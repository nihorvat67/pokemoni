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7"/>
    <a:srgbClr val="00FF55"/>
    <a:srgbClr val="6F0000"/>
    <a:srgbClr val="C30101"/>
    <a:srgbClr val="CC0000"/>
    <a:srgbClr val="FF6600"/>
    <a:srgbClr val="FF3300"/>
    <a:srgbClr val="FF0000"/>
    <a:srgbClr val="990000"/>
    <a:srgbClr val="12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28-437C-95D5-F81FF34372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28-437C-95D5-F81FF34372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28-437C-95D5-F81FF34372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28-437C-95D5-F81FF34372E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528-437C-95D5-F81FF34372E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528-437C-95D5-F81FF34372E0}"/>
              </c:ext>
            </c:extLst>
          </c:dPt>
          <c:cat>
            <c:strRef>
              <c:f>Sheet1!$A$2:$A$7</c:f>
              <c:strCache>
                <c:ptCount val="6"/>
                <c:pt idx="0">
                  <c:v>Specifikacija</c:v>
                </c:pt>
                <c:pt idx="1">
                  <c:v>Frontend</c:v>
                </c:pt>
                <c:pt idx="2">
                  <c:v>Backend</c:v>
                </c:pt>
                <c:pt idx="3">
                  <c:v>Baza podataka</c:v>
                </c:pt>
                <c:pt idx="4">
                  <c:v>Testiranje</c:v>
                </c:pt>
                <c:pt idx="5">
                  <c:v>Dokumentacija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120</c:v>
                </c:pt>
                <c:pt idx="2">
                  <c:v>90</c:v>
                </c:pt>
                <c:pt idx="3">
                  <c:v>20</c:v>
                </c:pt>
                <c:pt idx="4">
                  <c:v>10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528-437C-95D5-F81FF3437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520365509866836E-2"/>
          <c:y val="0.85890541460095271"/>
          <c:w val="0.97201383160438282"/>
          <c:h val="0.126985237956366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3EA71D-6CA8-4E82-AEA8-69CC0FC9E3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BF13CB0-F832-470B-A39B-C7A763C4B78D}">
      <dgm:prSet phldrT="[Text]"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Članovi grupe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3964C0-1F22-45D5-9ED4-914EF5869509}" type="parTrans" cxnId="{335BF9FF-96BD-4621-982F-940597DBB348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EA3D9E-2D02-41BB-8744-3C8785614823}" type="sibTrans" cxnId="{335BF9FF-96BD-4621-982F-940597DBB348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B26773-99E9-4984-928F-6277EE90E4DF}">
      <dgm:prSet phldrT="[Text]"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Opis zadatka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25A6AB-76AF-4B76-9009-FD6DE7475CA1}" type="parTrans" cxnId="{424221E9-58A8-42CF-873B-DC1D48E7EE37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54E696-B089-4634-8E3C-C7D2C58F7141}" type="sibTrans" cxnId="{424221E9-58A8-42CF-873B-DC1D48E7EE37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27D57E-DECB-4B7C-9ED0-A225E6976978}">
      <dgm:prSet phldrT="[Text]"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Iskustva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0193D0-BF47-4442-9B55-CF1D6FC037E6}" type="parTrans" cxnId="{D14B0340-8707-493B-96C0-12D147A6C284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55FAF5-30DC-49AF-B1FD-24101EBF2A75}" type="sibTrans" cxnId="{D14B0340-8707-493B-96C0-12D147A6C284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B2E745-7731-4BB4-9AF8-456F0A7C006C}">
      <dgm:prSet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Organizacija rada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1A6029-5CFF-405D-80CC-3F2F555E5333}" type="parTrans" cxnId="{09916A66-3013-4DE5-989C-A7FC70F12C19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CC2409-CAE0-47EF-97FE-A602A5DEB780}" type="sibTrans" cxnId="{09916A66-3013-4DE5-989C-A7FC70F12C19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12A0EE-A212-4966-9589-E70F33F72D19}">
      <dgm:prSet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Ispitivanje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E66397-7165-449E-96DD-1F84472DCA92}" type="parTrans" cxnId="{755D97D1-1948-4A19-898A-FE1000DFE2C1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4D3A3C-EC76-4EE6-AE8C-15C04B26209C}" type="sibTrans" cxnId="{755D97D1-1948-4A19-898A-FE1000DFE2C1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630FAD-A486-4776-A399-280B142BD142}">
      <dgm:prSet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Korišteni alati i tehnologije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CC89BC-DC1B-45B8-868B-13167A943BD9}" type="parTrans" cxnId="{0DA21988-610B-4FDC-AF78-1339B736801B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48F735-B136-4D6C-9D64-10F37C52D684}" type="sibTrans" cxnId="{0DA21988-610B-4FDC-AF78-1339B736801B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75F2C8-A52A-40F7-B813-78E6143FE6CA}">
      <dgm:prSet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Arhitektura sustava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BC1837-749F-42DA-B93C-4954A519FFA1}" type="parTrans" cxnId="{B8B0F6C7-CA6A-4842-BBF9-73EB9BA52A21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53C346-00AB-4BB3-AB22-26E3D0A3610D}" type="sibTrans" cxnId="{B8B0F6C7-CA6A-4842-BBF9-73EB9BA52A21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94F80B-3953-4A97-AE94-381318D07E40}">
      <dgm:prSet custT="1"/>
      <dgm:spPr>
        <a:solidFill>
          <a:srgbClr val="292927"/>
        </a:solidFill>
      </dgm:spPr>
      <dgm:t>
        <a:bodyPr/>
        <a:lstStyle/>
        <a:p>
          <a:r>
            <a:rPr lang="hr-HR" sz="1600" dirty="0">
              <a:latin typeface="Arial" panose="020B0604020202020204" pitchFamily="34" charset="0"/>
              <a:cs typeface="Arial" panose="020B0604020202020204" pitchFamily="34" charset="0"/>
            </a:rPr>
            <a:t>Pregled zahtjeva</a:t>
          </a:r>
          <a:endParaRPr lang="en-GB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AB1EB6-C278-4FF3-BCFD-75DE1EE511D5}" type="parTrans" cxnId="{F4BD3594-96F3-41EC-AA51-69CBCA47588C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A1D8A1-DA65-4FDA-BBF9-E056F7F77B98}" type="sibTrans" cxnId="{F4BD3594-96F3-41EC-AA51-69CBCA47588C}">
      <dgm:prSet/>
      <dgm:spPr/>
      <dgm:t>
        <a:bodyPr/>
        <a:lstStyle/>
        <a:p>
          <a:endParaRPr lang="en-GB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2A4968-7B23-4B8B-A482-D5E65DFFCA90}" type="pres">
      <dgm:prSet presAssocID="{A03EA71D-6CA8-4E82-AEA8-69CC0FC9E3D0}" presName="linear" presStyleCnt="0">
        <dgm:presLayoutVars>
          <dgm:dir/>
          <dgm:animLvl val="lvl"/>
          <dgm:resizeHandles val="exact"/>
        </dgm:presLayoutVars>
      </dgm:prSet>
      <dgm:spPr/>
    </dgm:pt>
    <dgm:pt modelId="{4E09EE71-F859-4C53-A948-A45D64D75BA0}" type="pres">
      <dgm:prSet presAssocID="{DBF13CB0-F832-470B-A39B-C7A763C4B78D}" presName="parentLin" presStyleCnt="0"/>
      <dgm:spPr/>
    </dgm:pt>
    <dgm:pt modelId="{88F95D98-B0BC-4CE0-BFE8-F21975E7C34E}" type="pres">
      <dgm:prSet presAssocID="{DBF13CB0-F832-470B-A39B-C7A763C4B78D}" presName="parentLeftMargin" presStyleLbl="node1" presStyleIdx="0" presStyleCnt="8"/>
      <dgm:spPr/>
    </dgm:pt>
    <dgm:pt modelId="{EB16FA6E-D4A8-4D23-A994-AE540AA5B3A5}" type="pres">
      <dgm:prSet presAssocID="{DBF13CB0-F832-470B-A39B-C7A763C4B78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57C0431C-66B0-4289-82F2-E904B5C71C4E}" type="pres">
      <dgm:prSet presAssocID="{DBF13CB0-F832-470B-A39B-C7A763C4B78D}" presName="negativeSpace" presStyleCnt="0"/>
      <dgm:spPr/>
    </dgm:pt>
    <dgm:pt modelId="{432EB2BC-84B8-44D8-9DF2-484712EBB217}" type="pres">
      <dgm:prSet presAssocID="{DBF13CB0-F832-470B-A39B-C7A763C4B78D}" presName="childText" presStyleLbl="conFgAcc1" presStyleIdx="0" presStyleCnt="8">
        <dgm:presLayoutVars>
          <dgm:bulletEnabled val="1"/>
        </dgm:presLayoutVars>
      </dgm:prSet>
      <dgm:spPr>
        <a:ln>
          <a:noFill/>
        </a:ln>
      </dgm:spPr>
    </dgm:pt>
    <dgm:pt modelId="{5504F4C7-02CA-439A-BD7F-A036307CA970}" type="pres">
      <dgm:prSet presAssocID="{0AEA3D9E-2D02-41BB-8744-3C8785614823}" presName="spaceBetweenRectangles" presStyleCnt="0"/>
      <dgm:spPr/>
    </dgm:pt>
    <dgm:pt modelId="{CDCDFC89-FBAF-46ED-A43F-A75445EECFB2}" type="pres">
      <dgm:prSet presAssocID="{21B26773-99E9-4984-928F-6277EE90E4DF}" presName="parentLin" presStyleCnt="0"/>
      <dgm:spPr/>
    </dgm:pt>
    <dgm:pt modelId="{910971E0-F73E-4D09-87ED-98A748391D7E}" type="pres">
      <dgm:prSet presAssocID="{21B26773-99E9-4984-928F-6277EE90E4DF}" presName="parentLeftMargin" presStyleLbl="node1" presStyleIdx="0" presStyleCnt="8"/>
      <dgm:spPr/>
    </dgm:pt>
    <dgm:pt modelId="{95E3C8E7-0E68-48CE-BE56-D5BDF479BFF4}" type="pres">
      <dgm:prSet presAssocID="{21B26773-99E9-4984-928F-6277EE90E4DF}" presName="parentText" presStyleLbl="node1" presStyleIdx="1" presStyleCnt="8" custLinFactNeighborY="-3889">
        <dgm:presLayoutVars>
          <dgm:chMax val="0"/>
          <dgm:bulletEnabled val="1"/>
        </dgm:presLayoutVars>
      </dgm:prSet>
      <dgm:spPr/>
    </dgm:pt>
    <dgm:pt modelId="{257B79C1-EE62-418E-9437-660EA51EAE7F}" type="pres">
      <dgm:prSet presAssocID="{21B26773-99E9-4984-928F-6277EE90E4DF}" presName="negativeSpace" presStyleCnt="0"/>
      <dgm:spPr/>
    </dgm:pt>
    <dgm:pt modelId="{6D9E604B-B27A-43D1-B046-4853F3943AAF}" type="pres">
      <dgm:prSet presAssocID="{21B26773-99E9-4984-928F-6277EE90E4DF}" presName="childText" presStyleLbl="conFgAcc1" presStyleIdx="1" presStyleCnt="8">
        <dgm:presLayoutVars>
          <dgm:bulletEnabled val="1"/>
        </dgm:presLayoutVars>
      </dgm:prSet>
      <dgm:spPr>
        <a:ln>
          <a:noFill/>
        </a:ln>
      </dgm:spPr>
    </dgm:pt>
    <dgm:pt modelId="{CA4ABDEB-1F6C-4250-89C7-AEC6C7CC2CD2}" type="pres">
      <dgm:prSet presAssocID="{1754E696-B089-4634-8E3C-C7D2C58F7141}" presName="spaceBetweenRectangles" presStyleCnt="0"/>
      <dgm:spPr/>
    </dgm:pt>
    <dgm:pt modelId="{A3DA97FF-0C95-48A1-826F-04E9CD2E1DEE}" type="pres">
      <dgm:prSet presAssocID="{0A94F80B-3953-4A97-AE94-381318D07E40}" presName="parentLin" presStyleCnt="0"/>
      <dgm:spPr/>
    </dgm:pt>
    <dgm:pt modelId="{4C6D3E07-E3AC-457A-AD82-E49BD6EFF8EB}" type="pres">
      <dgm:prSet presAssocID="{0A94F80B-3953-4A97-AE94-381318D07E40}" presName="parentLeftMargin" presStyleLbl="node1" presStyleIdx="1" presStyleCnt="8"/>
      <dgm:spPr/>
    </dgm:pt>
    <dgm:pt modelId="{C7382899-057F-4887-B0BE-296A8596EAA3}" type="pres">
      <dgm:prSet presAssocID="{0A94F80B-3953-4A97-AE94-381318D07E4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63D76B4-3B38-4A7B-9574-7D336E53A90A}" type="pres">
      <dgm:prSet presAssocID="{0A94F80B-3953-4A97-AE94-381318D07E40}" presName="negativeSpace" presStyleCnt="0"/>
      <dgm:spPr/>
    </dgm:pt>
    <dgm:pt modelId="{8D390190-96E5-469E-8650-52AC6B543BB4}" type="pres">
      <dgm:prSet presAssocID="{0A94F80B-3953-4A97-AE94-381318D07E40}" presName="childText" presStyleLbl="conFgAcc1" presStyleIdx="2" presStyleCnt="8">
        <dgm:presLayoutVars>
          <dgm:bulletEnabled val="1"/>
        </dgm:presLayoutVars>
      </dgm:prSet>
      <dgm:spPr>
        <a:ln>
          <a:noFill/>
        </a:ln>
      </dgm:spPr>
    </dgm:pt>
    <dgm:pt modelId="{7B36C1B5-D22D-42EE-BCD9-C675FDE69695}" type="pres">
      <dgm:prSet presAssocID="{20A1D8A1-DA65-4FDA-BBF9-E056F7F77B98}" presName="spaceBetweenRectangles" presStyleCnt="0"/>
      <dgm:spPr/>
    </dgm:pt>
    <dgm:pt modelId="{6B3B68B2-77FD-4909-B2AB-CB518A79FBC1}" type="pres">
      <dgm:prSet presAssocID="{B075F2C8-A52A-40F7-B813-78E6143FE6CA}" presName="parentLin" presStyleCnt="0"/>
      <dgm:spPr/>
    </dgm:pt>
    <dgm:pt modelId="{6AC13438-E8F8-41F6-B98F-6FB4FC965B90}" type="pres">
      <dgm:prSet presAssocID="{B075F2C8-A52A-40F7-B813-78E6143FE6CA}" presName="parentLeftMargin" presStyleLbl="node1" presStyleIdx="2" presStyleCnt="8"/>
      <dgm:spPr/>
    </dgm:pt>
    <dgm:pt modelId="{332FCBAF-2786-4F68-8CC3-418552841504}" type="pres">
      <dgm:prSet presAssocID="{B075F2C8-A52A-40F7-B813-78E6143FE6C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865FBEEC-3AFC-4896-9610-CA7263C9DA7E}" type="pres">
      <dgm:prSet presAssocID="{B075F2C8-A52A-40F7-B813-78E6143FE6CA}" presName="negativeSpace" presStyleCnt="0"/>
      <dgm:spPr/>
    </dgm:pt>
    <dgm:pt modelId="{9311B25F-0889-43C7-BAC9-F200B4AA1312}" type="pres">
      <dgm:prSet presAssocID="{B075F2C8-A52A-40F7-B813-78E6143FE6CA}" presName="childText" presStyleLbl="conFgAcc1" presStyleIdx="3" presStyleCnt="8">
        <dgm:presLayoutVars>
          <dgm:bulletEnabled val="1"/>
        </dgm:presLayoutVars>
      </dgm:prSet>
      <dgm:spPr>
        <a:ln>
          <a:noFill/>
        </a:ln>
      </dgm:spPr>
    </dgm:pt>
    <dgm:pt modelId="{FDAA9DD1-3C9B-4787-A209-971E1D9991A1}" type="pres">
      <dgm:prSet presAssocID="{E653C346-00AB-4BB3-AB22-26E3D0A3610D}" presName="spaceBetweenRectangles" presStyleCnt="0"/>
      <dgm:spPr/>
    </dgm:pt>
    <dgm:pt modelId="{26BD8676-4F09-46AE-943D-8BC8052247B8}" type="pres">
      <dgm:prSet presAssocID="{AC630FAD-A486-4776-A399-280B142BD142}" presName="parentLin" presStyleCnt="0"/>
      <dgm:spPr/>
    </dgm:pt>
    <dgm:pt modelId="{63A5705C-2368-4BD1-8BAF-EE3603640FD1}" type="pres">
      <dgm:prSet presAssocID="{AC630FAD-A486-4776-A399-280B142BD142}" presName="parentLeftMargin" presStyleLbl="node1" presStyleIdx="3" presStyleCnt="8"/>
      <dgm:spPr/>
    </dgm:pt>
    <dgm:pt modelId="{DF4DCFAB-A49A-48F4-90F5-637FE8C8DE2C}" type="pres">
      <dgm:prSet presAssocID="{AC630FAD-A486-4776-A399-280B142BD14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36717ABE-F3E0-44D7-AC60-909CB1F59256}" type="pres">
      <dgm:prSet presAssocID="{AC630FAD-A486-4776-A399-280B142BD142}" presName="negativeSpace" presStyleCnt="0"/>
      <dgm:spPr/>
    </dgm:pt>
    <dgm:pt modelId="{FD0E9F1E-DD37-4D0F-B7D8-4837D2343F05}" type="pres">
      <dgm:prSet presAssocID="{AC630FAD-A486-4776-A399-280B142BD142}" presName="childText" presStyleLbl="conFgAcc1" presStyleIdx="4" presStyleCnt="8">
        <dgm:presLayoutVars>
          <dgm:bulletEnabled val="1"/>
        </dgm:presLayoutVars>
      </dgm:prSet>
      <dgm:spPr>
        <a:ln>
          <a:noFill/>
        </a:ln>
      </dgm:spPr>
    </dgm:pt>
    <dgm:pt modelId="{FC121C4B-9E3E-4ACE-BD2A-34E069DF176E}" type="pres">
      <dgm:prSet presAssocID="{4A48F735-B136-4D6C-9D64-10F37C52D684}" presName="spaceBetweenRectangles" presStyleCnt="0"/>
      <dgm:spPr/>
    </dgm:pt>
    <dgm:pt modelId="{2CE5B439-C064-4728-A47B-80C9934450FF}" type="pres">
      <dgm:prSet presAssocID="{F512A0EE-A212-4966-9589-E70F33F72D19}" presName="parentLin" presStyleCnt="0"/>
      <dgm:spPr/>
    </dgm:pt>
    <dgm:pt modelId="{B78DD419-5168-4B18-9E63-7C3BD5FCB360}" type="pres">
      <dgm:prSet presAssocID="{F512A0EE-A212-4966-9589-E70F33F72D19}" presName="parentLeftMargin" presStyleLbl="node1" presStyleIdx="4" presStyleCnt="8"/>
      <dgm:spPr/>
    </dgm:pt>
    <dgm:pt modelId="{2D708718-1DFF-4A16-B90C-8E94F9D0FF40}" type="pres">
      <dgm:prSet presAssocID="{F512A0EE-A212-4966-9589-E70F33F72D19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D5BC7170-55D1-47D9-8055-74B56C009C34}" type="pres">
      <dgm:prSet presAssocID="{F512A0EE-A212-4966-9589-E70F33F72D19}" presName="negativeSpace" presStyleCnt="0"/>
      <dgm:spPr/>
    </dgm:pt>
    <dgm:pt modelId="{3CD74CC8-D60E-4939-83AD-D8349DBD3900}" type="pres">
      <dgm:prSet presAssocID="{F512A0EE-A212-4966-9589-E70F33F72D19}" presName="childText" presStyleLbl="conFgAcc1" presStyleIdx="5" presStyleCnt="8">
        <dgm:presLayoutVars>
          <dgm:bulletEnabled val="1"/>
        </dgm:presLayoutVars>
      </dgm:prSet>
      <dgm:spPr>
        <a:ln>
          <a:noFill/>
        </a:ln>
      </dgm:spPr>
    </dgm:pt>
    <dgm:pt modelId="{1053F6DE-4395-42D4-B6FC-CA329AB593B9}" type="pres">
      <dgm:prSet presAssocID="{5C4D3A3C-EC76-4EE6-AE8C-15C04B26209C}" presName="spaceBetweenRectangles" presStyleCnt="0"/>
      <dgm:spPr/>
    </dgm:pt>
    <dgm:pt modelId="{D27BF22B-EE54-4F72-895E-FC164DA60EDD}" type="pres">
      <dgm:prSet presAssocID="{68B2E745-7731-4BB4-9AF8-456F0A7C006C}" presName="parentLin" presStyleCnt="0"/>
      <dgm:spPr/>
    </dgm:pt>
    <dgm:pt modelId="{B5335A02-7CAF-4BF1-88B8-D813DFD6DC78}" type="pres">
      <dgm:prSet presAssocID="{68B2E745-7731-4BB4-9AF8-456F0A7C006C}" presName="parentLeftMargin" presStyleLbl="node1" presStyleIdx="5" presStyleCnt="8"/>
      <dgm:spPr/>
    </dgm:pt>
    <dgm:pt modelId="{5236D5A8-9604-4DE3-8C6B-F1B751999973}" type="pres">
      <dgm:prSet presAssocID="{68B2E745-7731-4BB4-9AF8-456F0A7C006C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DA760A4-3AED-469E-BDA8-267FBAA40FAF}" type="pres">
      <dgm:prSet presAssocID="{68B2E745-7731-4BB4-9AF8-456F0A7C006C}" presName="negativeSpace" presStyleCnt="0"/>
      <dgm:spPr/>
    </dgm:pt>
    <dgm:pt modelId="{173B4C97-0E1A-4B0A-971A-A9C18AD965AE}" type="pres">
      <dgm:prSet presAssocID="{68B2E745-7731-4BB4-9AF8-456F0A7C006C}" presName="childText" presStyleLbl="conFgAcc1" presStyleIdx="6" presStyleCnt="8">
        <dgm:presLayoutVars>
          <dgm:bulletEnabled val="1"/>
        </dgm:presLayoutVars>
      </dgm:prSet>
      <dgm:spPr>
        <a:ln>
          <a:noFill/>
        </a:ln>
      </dgm:spPr>
    </dgm:pt>
    <dgm:pt modelId="{80864BB7-9832-430F-94DB-4A1E235F41B3}" type="pres">
      <dgm:prSet presAssocID="{E9CC2409-CAE0-47EF-97FE-A602A5DEB780}" presName="spaceBetweenRectangles" presStyleCnt="0"/>
      <dgm:spPr/>
    </dgm:pt>
    <dgm:pt modelId="{7DD632EC-89C9-4EAB-8437-BAF38A98FCD4}" type="pres">
      <dgm:prSet presAssocID="{DA27D57E-DECB-4B7C-9ED0-A225E6976978}" presName="parentLin" presStyleCnt="0"/>
      <dgm:spPr/>
    </dgm:pt>
    <dgm:pt modelId="{28F4C961-A591-4E6E-9683-5E41DA99FFB5}" type="pres">
      <dgm:prSet presAssocID="{DA27D57E-DECB-4B7C-9ED0-A225E6976978}" presName="parentLeftMargin" presStyleLbl="node1" presStyleIdx="6" presStyleCnt="8"/>
      <dgm:spPr/>
    </dgm:pt>
    <dgm:pt modelId="{7F9818CA-2DBA-4CB1-B79B-8642FDA0C8B1}" type="pres">
      <dgm:prSet presAssocID="{DA27D57E-DECB-4B7C-9ED0-A225E6976978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75AE1478-BA52-4158-B707-7CD27E20B8D2}" type="pres">
      <dgm:prSet presAssocID="{DA27D57E-DECB-4B7C-9ED0-A225E6976978}" presName="negativeSpace" presStyleCnt="0"/>
      <dgm:spPr/>
    </dgm:pt>
    <dgm:pt modelId="{28E1CBF1-8DA5-4FB9-9A9A-9D70018A1777}" type="pres">
      <dgm:prSet presAssocID="{DA27D57E-DECB-4B7C-9ED0-A225E6976978}" presName="childText" presStyleLbl="conFgAcc1" presStyleIdx="7" presStyleCnt="8">
        <dgm:presLayoutVars>
          <dgm:bulletEnabled val="1"/>
        </dgm:presLayoutVars>
      </dgm:prSet>
      <dgm:spPr>
        <a:ln>
          <a:noFill/>
        </a:ln>
      </dgm:spPr>
    </dgm:pt>
  </dgm:ptLst>
  <dgm:cxnLst>
    <dgm:cxn modelId="{D31B8601-EEDD-4A93-B776-3B6B5F9549EF}" type="presOf" srcId="{F512A0EE-A212-4966-9589-E70F33F72D19}" destId="{B78DD419-5168-4B18-9E63-7C3BD5FCB360}" srcOrd="0" destOrd="0" presId="urn:microsoft.com/office/officeart/2005/8/layout/list1"/>
    <dgm:cxn modelId="{F8DE5F0A-4E76-493A-A3F6-4EC54312BAF8}" type="presOf" srcId="{DA27D57E-DECB-4B7C-9ED0-A225E6976978}" destId="{7F9818CA-2DBA-4CB1-B79B-8642FDA0C8B1}" srcOrd="1" destOrd="0" presId="urn:microsoft.com/office/officeart/2005/8/layout/list1"/>
    <dgm:cxn modelId="{A6D31215-4537-4212-91EE-205DB8127B14}" type="presOf" srcId="{DBF13CB0-F832-470B-A39B-C7A763C4B78D}" destId="{88F95D98-B0BC-4CE0-BFE8-F21975E7C34E}" srcOrd="0" destOrd="0" presId="urn:microsoft.com/office/officeart/2005/8/layout/list1"/>
    <dgm:cxn modelId="{82E55A2C-49F6-41A9-83CF-29893D675A0F}" type="presOf" srcId="{DA27D57E-DECB-4B7C-9ED0-A225E6976978}" destId="{28F4C961-A591-4E6E-9683-5E41DA99FFB5}" srcOrd="0" destOrd="0" presId="urn:microsoft.com/office/officeart/2005/8/layout/list1"/>
    <dgm:cxn modelId="{D14B0340-8707-493B-96C0-12D147A6C284}" srcId="{A03EA71D-6CA8-4E82-AEA8-69CC0FC9E3D0}" destId="{DA27D57E-DECB-4B7C-9ED0-A225E6976978}" srcOrd="7" destOrd="0" parTransId="{FB0193D0-BF47-4442-9B55-CF1D6FC037E6}" sibTransId="{0B55FAF5-30DC-49AF-B1FD-24101EBF2A75}"/>
    <dgm:cxn modelId="{0E37A560-756D-49CA-BCCD-926B623CC76E}" type="presOf" srcId="{0A94F80B-3953-4A97-AE94-381318D07E40}" destId="{C7382899-057F-4887-B0BE-296A8596EAA3}" srcOrd="1" destOrd="0" presId="urn:microsoft.com/office/officeart/2005/8/layout/list1"/>
    <dgm:cxn modelId="{09916A66-3013-4DE5-989C-A7FC70F12C19}" srcId="{A03EA71D-6CA8-4E82-AEA8-69CC0FC9E3D0}" destId="{68B2E745-7731-4BB4-9AF8-456F0A7C006C}" srcOrd="6" destOrd="0" parTransId="{241A6029-5CFF-405D-80CC-3F2F555E5333}" sibTransId="{E9CC2409-CAE0-47EF-97FE-A602A5DEB780}"/>
    <dgm:cxn modelId="{90496448-EBCA-41AF-B917-980C26AFF32A}" type="presOf" srcId="{AC630FAD-A486-4776-A399-280B142BD142}" destId="{63A5705C-2368-4BD1-8BAF-EE3603640FD1}" srcOrd="0" destOrd="0" presId="urn:microsoft.com/office/officeart/2005/8/layout/list1"/>
    <dgm:cxn modelId="{98C81554-113F-4E83-B4FD-E80631BA916B}" type="presOf" srcId="{DBF13CB0-F832-470B-A39B-C7A763C4B78D}" destId="{EB16FA6E-D4A8-4D23-A994-AE540AA5B3A5}" srcOrd="1" destOrd="0" presId="urn:microsoft.com/office/officeart/2005/8/layout/list1"/>
    <dgm:cxn modelId="{9EFCC076-3359-4839-AEE9-6CE1A5FAF5A5}" type="presOf" srcId="{21B26773-99E9-4984-928F-6277EE90E4DF}" destId="{910971E0-F73E-4D09-87ED-98A748391D7E}" srcOrd="0" destOrd="0" presId="urn:microsoft.com/office/officeart/2005/8/layout/list1"/>
    <dgm:cxn modelId="{3D8A827E-9CB8-46C2-81B3-C33AE8B73E40}" type="presOf" srcId="{68B2E745-7731-4BB4-9AF8-456F0A7C006C}" destId="{5236D5A8-9604-4DE3-8C6B-F1B751999973}" srcOrd="1" destOrd="0" presId="urn:microsoft.com/office/officeart/2005/8/layout/list1"/>
    <dgm:cxn modelId="{4926D984-B071-4C8D-8B8E-0BEFF3A148F4}" type="presOf" srcId="{0A94F80B-3953-4A97-AE94-381318D07E40}" destId="{4C6D3E07-E3AC-457A-AD82-E49BD6EFF8EB}" srcOrd="0" destOrd="0" presId="urn:microsoft.com/office/officeart/2005/8/layout/list1"/>
    <dgm:cxn modelId="{4D2CF987-1C56-420D-BAF7-06F221E81DBD}" type="presOf" srcId="{21B26773-99E9-4984-928F-6277EE90E4DF}" destId="{95E3C8E7-0E68-48CE-BE56-D5BDF479BFF4}" srcOrd="1" destOrd="0" presId="urn:microsoft.com/office/officeart/2005/8/layout/list1"/>
    <dgm:cxn modelId="{0DA21988-610B-4FDC-AF78-1339B736801B}" srcId="{A03EA71D-6CA8-4E82-AEA8-69CC0FC9E3D0}" destId="{AC630FAD-A486-4776-A399-280B142BD142}" srcOrd="4" destOrd="0" parTransId="{00CC89BC-DC1B-45B8-868B-13167A943BD9}" sibTransId="{4A48F735-B136-4D6C-9D64-10F37C52D684}"/>
    <dgm:cxn modelId="{F4BD3594-96F3-41EC-AA51-69CBCA47588C}" srcId="{A03EA71D-6CA8-4E82-AEA8-69CC0FC9E3D0}" destId="{0A94F80B-3953-4A97-AE94-381318D07E40}" srcOrd="2" destOrd="0" parTransId="{C9AB1EB6-C278-4FF3-BCFD-75DE1EE511D5}" sibTransId="{20A1D8A1-DA65-4FDA-BBF9-E056F7F77B98}"/>
    <dgm:cxn modelId="{B36CF2AA-4B36-416A-B7EC-26771CB48ACB}" type="presOf" srcId="{F512A0EE-A212-4966-9589-E70F33F72D19}" destId="{2D708718-1DFF-4A16-B90C-8E94F9D0FF40}" srcOrd="1" destOrd="0" presId="urn:microsoft.com/office/officeart/2005/8/layout/list1"/>
    <dgm:cxn modelId="{197339AF-606E-4C08-8B25-490DD5C38BCE}" type="presOf" srcId="{B075F2C8-A52A-40F7-B813-78E6143FE6CA}" destId="{6AC13438-E8F8-41F6-B98F-6FB4FC965B90}" srcOrd="0" destOrd="0" presId="urn:microsoft.com/office/officeart/2005/8/layout/list1"/>
    <dgm:cxn modelId="{E5F487AF-3DAA-43FE-BC5D-3C4509146B95}" type="presOf" srcId="{68B2E745-7731-4BB4-9AF8-456F0A7C006C}" destId="{B5335A02-7CAF-4BF1-88B8-D813DFD6DC78}" srcOrd="0" destOrd="0" presId="urn:microsoft.com/office/officeart/2005/8/layout/list1"/>
    <dgm:cxn modelId="{CC3634BC-966D-48BF-B13D-954AB2A9DF39}" type="presOf" srcId="{A03EA71D-6CA8-4E82-AEA8-69CC0FC9E3D0}" destId="{B82A4968-7B23-4B8B-A482-D5E65DFFCA90}" srcOrd="0" destOrd="0" presId="urn:microsoft.com/office/officeart/2005/8/layout/list1"/>
    <dgm:cxn modelId="{B8B0F6C7-CA6A-4842-BBF9-73EB9BA52A21}" srcId="{A03EA71D-6CA8-4E82-AEA8-69CC0FC9E3D0}" destId="{B075F2C8-A52A-40F7-B813-78E6143FE6CA}" srcOrd="3" destOrd="0" parTransId="{8BBC1837-749F-42DA-B93C-4954A519FFA1}" sibTransId="{E653C346-00AB-4BB3-AB22-26E3D0A3610D}"/>
    <dgm:cxn modelId="{755D97D1-1948-4A19-898A-FE1000DFE2C1}" srcId="{A03EA71D-6CA8-4E82-AEA8-69CC0FC9E3D0}" destId="{F512A0EE-A212-4966-9589-E70F33F72D19}" srcOrd="5" destOrd="0" parTransId="{D4E66397-7165-449E-96DD-1F84472DCA92}" sibTransId="{5C4D3A3C-EC76-4EE6-AE8C-15C04B26209C}"/>
    <dgm:cxn modelId="{424221E9-58A8-42CF-873B-DC1D48E7EE37}" srcId="{A03EA71D-6CA8-4E82-AEA8-69CC0FC9E3D0}" destId="{21B26773-99E9-4984-928F-6277EE90E4DF}" srcOrd="1" destOrd="0" parTransId="{1225A6AB-76AF-4B76-9009-FD6DE7475CA1}" sibTransId="{1754E696-B089-4634-8E3C-C7D2C58F7141}"/>
    <dgm:cxn modelId="{8BDAA2F6-C477-4234-AF22-EFF4D3D19135}" type="presOf" srcId="{AC630FAD-A486-4776-A399-280B142BD142}" destId="{DF4DCFAB-A49A-48F4-90F5-637FE8C8DE2C}" srcOrd="1" destOrd="0" presId="urn:microsoft.com/office/officeart/2005/8/layout/list1"/>
    <dgm:cxn modelId="{DE43E3F7-0736-4B14-932B-1AF841681B50}" type="presOf" srcId="{B075F2C8-A52A-40F7-B813-78E6143FE6CA}" destId="{332FCBAF-2786-4F68-8CC3-418552841504}" srcOrd="1" destOrd="0" presId="urn:microsoft.com/office/officeart/2005/8/layout/list1"/>
    <dgm:cxn modelId="{335BF9FF-96BD-4621-982F-940597DBB348}" srcId="{A03EA71D-6CA8-4E82-AEA8-69CC0FC9E3D0}" destId="{DBF13CB0-F832-470B-A39B-C7A763C4B78D}" srcOrd="0" destOrd="0" parTransId="{2B3964C0-1F22-45D5-9ED4-914EF5869509}" sibTransId="{0AEA3D9E-2D02-41BB-8744-3C8785614823}"/>
    <dgm:cxn modelId="{7CE3186D-962B-4509-972F-4B79DF82DB1E}" type="presParOf" srcId="{B82A4968-7B23-4B8B-A482-D5E65DFFCA90}" destId="{4E09EE71-F859-4C53-A948-A45D64D75BA0}" srcOrd="0" destOrd="0" presId="urn:microsoft.com/office/officeart/2005/8/layout/list1"/>
    <dgm:cxn modelId="{08A73055-6545-44C9-A36E-6417FC499D9B}" type="presParOf" srcId="{4E09EE71-F859-4C53-A948-A45D64D75BA0}" destId="{88F95D98-B0BC-4CE0-BFE8-F21975E7C34E}" srcOrd="0" destOrd="0" presId="urn:microsoft.com/office/officeart/2005/8/layout/list1"/>
    <dgm:cxn modelId="{BB2DD327-9CF5-45CA-B139-C5557522865A}" type="presParOf" srcId="{4E09EE71-F859-4C53-A948-A45D64D75BA0}" destId="{EB16FA6E-D4A8-4D23-A994-AE540AA5B3A5}" srcOrd="1" destOrd="0" presId="urn:microsoft.com/office/officeart/2005/8/layout/list1"/>
    <dgm:cxn modelId="{F06C2A28-6A5D-4E35-9370-86106CD76D06}" type="presParOf" srcId="{B82A4968-7B23-4B8B-A482-D5E65DFFCA90}" destId="{57C0431C-66B0-4289-82F2-E904B5C71C4E}" srcOrd="1" destOrd="0" presId="urn:microsoft.com/office/officeart/2005/8/layout/list1"/>
    <dgm:cxn modelId="{D9268BC6-BF0C-4A24-B8E7-5944BF2F6207}" type="presParOf" srcId="{B82A4968-7B23-4B8B-A482-D5E65DFFCA90}" destId="{432EB2BC-84B8-44D8-9DF2-484712EBB217}" srcOrd="2" destOrd="0" presId="urn:microsoft.com/office/officeart/2005/8/layout/list1"/>
    <dgm:cxn modelId="{2CFDDB25-012E-41FD-A954-FDEBAA069853}" type="presParOf" srcId="{B82A4968-7B23-4B8B-A482-D5E65DFFCA90}" destId="{5504F4C7-02CA-439A-BD7F-A036307CA970}" srcOrd="3" destOrd="0" presId="urn:microsoft.com/office/officeart/2005/8/layout/list1"/>
    <dgm:cxn modelId="{D2A53DFA-6B1A-4728-8240-E8748264DC9B}" type="presParOf" srcId="{B82A4968-7B23-4B8B-A482-D5E65DFFCA90}" destId="{CDCDFC89-FBAF-46ED-A43F-A75445EECFB2}" srcOrd="4" destOrd="0" presId="urn:microsoft.com/office/officeart/2005/8/layout/list1"/>
    <dgm:cxn modelId="{C78DB477-98BB-4C37-95AB-BEA14398838C}" type="presParOf" srcId="{CDCDFC89-FBAF-46ED-A43F-A75445EECFB2}" destId="{910971E0-F73E-4D09-87ED-98A748391D7E}" srcOrd="0" destOrd="0" presId="urn:microsoft.com/office/officeart/2005/8/layout/list1"/>
    <dgm:cxn modelId="{440F4F8F-ACF8-401D-A52E-F310BBD67DCB}" type="presParOf" srcId="{CDCDFC89-FBAF-46ED-A43F-A75445EECFB2}" destId="{95E3C8E7-0E68-48CE-BE56-D5BDF479BFF4}" srcOrd="1" destOrd="0" presId="urn:microsoft.com/office/officeart/2005/8/layout/list1"/>
    <dgm:cxn modelId="{FE234FEB-B2D4-4656-811E-58616389DBD7}" type="presParOf" srcId="{B82A4968-7B23-4B8B-A482-D5E65DFFCA90}" destId="{257B79C1-EE62-418E-9437-660EA51EAE7F}" srcOrd="5" destOrd="0" presId="urn:microsoft.com/office/officeart/2005/8/layout/list1"/>
    <dgm:cxn modelId="{A83A2531-0A44-441E-BEE7-8CC31C94621F}" type="presParOf" srcId="{B82A4968-7B23-4B8B-A482-D5E65DFFCA90}" destId="{6D9E604B-B27A-43D1-B046-4853F3943AAF}" srcOrd="6" destOrd="0" presId="urn:microsoft.com/office/officeart/2005/8/layout/list1"/>
    <dgm:cxn modelId="{4AF55FE1-F968-486B-B83E-DA2BE869C6A1}" type="presParOf" srcId="{B82A4968-7B23-4B8B-A482-D5E65DFFCA90}" destId="{CA4ABDEB-1F6C-4250-89C7-AEC6C7CC2CD2}" srcOrd="7" destOrd="0" presId="urn:microsoft.com/office/officeart/2005/8/layout/list1"/>
    <dgm:cxn modelId="{786CEBFC-F685-4BF5-B109-92F020D8D193}" type="presParOf" srcId="{B82A4968-7B23-4B8B-A482-D5E65DFFCA90}" destId="{A3DA97FF-0C95-48A1-826F-04E9CD2E1DEE}" srcOrd="8" destOrd="0" presId="urn:microsoft.com/office/officeart/2005/8/layout/list1"/>
    <dgm:cxn modelId="{6C2A6136-EAD9-4749-AA48-DD048E5C369B}" type="presParOf" srcId="{A3DA97FF-0C95-48A1-826F-04E9CD2E1DEE}" destId="{4C6D3E07-E3AC-457A-AD82-E49BD6EFF8EB}" srcOrd="0" destOrd="0" presId="urn:microsoft.com/office/officeart/2005/8/layout/list1"/>
    <dgm:cxn modelId="{71DECEC0-9E6C-405A-9B9D-CB3C342E1AA6}" type="presParOf" srcId="{A3DA97FF-0C95-48A1-826F-04E9CD2E1DEE}" destId="{C7382899-057F-4887-B0BE-296A8596EAA3}" srcOrd="1" destOrd="0" presId="urn:microsoft.com/office/officeart/2005/8/layout/list1"/>
    <dgm:cxn modelId="{08FCF550-7D55-45E9-B100-5C183A61FD82}" type="presParOf" srcId="{B82A4968-7B23-4B8B-A482-D5E65DFFCA90}" destId="{E63D76B4-3B38-4A7B-9574-7D336E53A90A}" srcOrd="9" destOrd="0" presId="urn:microsoft.com/office/officeart/2005/8/layout/list1"/>
    <dgm:cxn modelId="{6775E59E-45F2-440B-9397-820A6B100758}" type="presParOf" srcId="{B82A4968-7B23-4B8B-A482-D5E65DFFCA90}" destId="{8D390190-96E5-469E-8650-52AC6B543BB4}" srcOrd="10" destOrd="0" presId="urn:microsoft.com/office/officeart/2005/8/layout/list1"/>
    <dgm:cxn modelId="{52567E52-C45C-4E9D-8FCF-24C6D7F3CD7E}" type="presParOf" srcId="{B82A4968-7B23-4B8B-A482-D5E65DFFCA90}" destId="{7B36C1B5-D22D-42EE-BCD9-C675FDE69695}" srcOrd="11" destOrd="0" presId="urn:microsoft.com/office/officeart/2005/8/layout/list1"/>
    <dgm:cxn modelId="{5A5A523C-471B-4881-BAA6-B0CA32D0CA50}" type="presParOf" srcId="{B82A4968-7B23-4B8B-A482-D5E65DFFCA90}" destId="{6B3B68B2-77FD-4909-B2AB-CB518A79FBC1}" srcOrd="12" destOrd="0" presId="urn:microsoft.com/office/officeart/2005/8/layout/list1"/>
    <dgm:cxn modelId="{E97952E2-70A5-4E9F-A954-E1844FAB6F33}" type="presParOf" srcId="{6B3B68B2-77FD-4909-B2AB-CB518A79FBC1}" destId="{6AC13438-E8F8-41F6-B98F-6FB4FC965B90}" srcOrd="0" destOrd="0" presId="urn:microsoft.com/office/officeart/2005/8/layout/list1"/>
    <dgm:cxn modelId="{E28ED04E-6694-4BF6-8546-465CA7A0CD89}" type="presParOf" srcId="{6B3B68B2-77FD-4909-B2AB-CB518A79FBC1}" destId="{332FCBAF-2786-4F68-8CC3-418552841504}" srcOrd="1" destOrd="0" presId="urn:microsoft.com/office/officeart/2005/8/layout/list1"/>
    <dgm:cxn modelId="{5626F582-4501-491A-B2B5-17F79ED92D62}" type="presParOf" srcId="{B82A4968-7B23-4B8B-A482-D5E65DFFCA90}" destId="{865FBEEC-3AFC-4896-9610-CA7263C9DA7E}" srcOrd="13" destOrd="0" presId="urn:microsoft.com/office/officeart/2005/8/layout/list1"/>
    <dgm:cxn modelId="{888AE976-6627-4567-A032-FD9838C3912A}" type="presParOf" srcId="{B82A4968-7B23-4B8B-A482-D5E65DFFCA90}" destId="{9311B25F-0889-43C7-BAC9-F200B4AA1312}" srcOrd="14" destOrd="0" presId="urn:microsoft.com/office/officeart/2005/8/layout/list1"/>
    <dgm:cxn modelId="{B0D3DAEB-9D53-4619-9AE2-8FC48EA26EA1}" type="presParOf" srcId="{B82A4968-7B23-4B8B-A482-D5E65DFFCA90}" destId="{FDAA9DD1-3C9B-4787-A209-971E1D9991A1}" srcOrd="15" destOrd="0" presId="urn:microsoft.com/office/officeart/2005/8/layout/list1"/>
    <dgm:cxn modelId="{5B7E1CDE-D30E-42B3-A23C-3D59DCDC93A9}" type="presParOf" srcId="{B82A4968-7B23-4B8B-A482-D5E65DFFCA90}" destId="{26BD8676-4F09-46AE-943D-8BC8052247B8}" srcOrd="16" destOrd="0" presId="urn:microsoft.com/office/officeart/2005/8/layout/list1"/>
    <dgm:cxn modelId="{F861B564-7451-4296-AD00-E7F71B1DD8C7}" type="presParOf" srcId="{26BD8676-4F09-46AE-943D-8BC8052247B8}" destId="{63A5705C-2368-4BD1-8BAF-EE3603640FD1}" srcOrd="0" destOrd="0" presId="urn:microsoft.com/office/officeart/2005/8/layout/list1"/>
    <dgm:cxn modelId="{A8A60638-62ED-40FE-A784-7D4C37733B8A}" type="presParOf" srcId="{26BD8676-4F09-46AE-943D-8BC8052247B8}" destId="{DF4DCFAB-A49A-48F4-90F5-637FE8C8DE2C}" srcOrd="1" destOrd="0" presId="urn:microsoft.com/office/officeart/2005/8/layout/list1"/>
    <dgm:cxn modelId="{637FF557-1B69-4B4A-822E-4E26A46C5A48}" type="presParOf" srcId="{B82A4968-7B23-4B8B-A482-D5E65DFFCA90}" destId="{36717ABE-F3E0-44D7-AC60-909CB1F59256}" srcOrd="17" destOrd="0" presId="urn:microsoft.com/office/officeart/2005/8/layout/list1"/>
    <dgm:cxn modelId="{981F7D8E-0FF6-4426-80F8-EF7D78175F6F}" type="presParOf" srcId="{B82A4968-7B23-4B8B-A482-D5E65DFFCA90}" destId="{FD0E9F1E-DD37-4D0F-B7D8-4837D2343F05}" srcOrd="18" destOrd="0" presId="urn:microsoft.com/office/officeart/2005/8/layout/list1"/>
    <dgm:cxn modelId="{34BA2FCC-2721-444D-B28C-8BC272A5362C}" type="presParOf" srcId="{B82A4968-7B23-4B8B-A482-D5E65DFFCA90}" destId="{FC121C4B-9E3E-4ACE-BD2A-34E069DF176E}" srcOrd="19" destOrd="0" presId="urn:microsoft.com/office/officeart/2005/8/layout/list1"/>
    <dgm:cxn modelId="{0CFDA0AD-70AD-4E38-8F55-63D3958809C1}" type="presParOf" srcId="{B82A4968-7B23-4B8B-A482-D5E65DFFCA90}" destId="{2CE5B439-C064-4728-A47B-80C9934450FF}" srcOrd="20" destOrd="0" presId="urn:microsoft.com/office/officeart/2005/8/layout/list1"/>
    <dgm:cxn modelId="{04DFDDF2-2BC9-4961-968F-EC50DE33F31C}" type="presParOf" srcId="{2CE5B439-C064-4728-A47B-80C9934450FF}" destId="{B78DD419-5168-4B18-9E63-7C3BD5FCB360}" srcOrd="0" destOrd="0" presId="urn:microsoft.com/office/officeart/2005/8/layout/list1"/>
    <dgm:cxn modelId="{C5F16CFD-2587-4554-A77F-D2117B623DD6}" type="presParOf" srcId="{2CE5B439-C064-4728-A47B-80C9934450FF}" destId="{2D708718-1DFF-4A16-B90C-8E94F9D0FF40}" srcOrd="1" destOrd="0" presId="urn:microsoft.com/office/officeart/2005/8/layout/list1"/>
    <dgm:cxn modelId="{55AEC5D0-80F2-4BEA-B054-50FD5D54A3D6}" type="presParOf" srcId="{B82A4968-7B23-4B8B-A482-D5E65DFFCA90}" destId="{D5BC7170-55D1-47D9-8055-74B56C009C34}" srcOrd="21" destOrd="0" presId="urn:microsoft.com/office/officeart/2005/8/layout/list1"/>
    <dgm:cxn modelId="{85C22888-F69A-4ECF-AA6F-E6FF94003B23}" type="presParOf" srcId="{B82A4968-7B23-4B8B-A482-D5E65DFFCA90}" destId="{3CD74CC8-D60E-4939-83AD-D8349DBD3900}" srcOrd="22" destOrd="0" presId="urn:microsoft.com/office/officeart/2005/8/layout/list1"/>
    <dgm:cxn modelId="{B44D3D20-F096-4522-864A-1934FEAFACE4}" type="presParOf" srcId="{B82A4968-7B23-4B8B-A482-D5E65DFFCA90}" destId="{1053F6DE-4395-42D4-B6FC-CA329AB593B9}" srcOrd="23" destOrd="0" presId="urn:microsoft.com/office/officeart/2005/8/layout/list1"/>
    <dgm:cxn modelId="{EB131347-0679-4E63-998B-1DF5AA929CD7}" type="presParOf" srcId="{B82A4968-7B23-4B8B-A482-D5E65DFFCA90}" destId="{D27BF22B-EE54-4F72-895E-FC164DA60EDD}" srcOrd="24" destOrd="0" presId="urn:microsoft.com/office/officeart/2005/8/layout/list1"/>
    <dgm:cxn modelId="{D11F180A-FDC8-49C7-80AC-28703F7B0E33}" type="presParOf" srcId="{D27BF22B-EE54-4F72-895E-FC164DA60EDD}" destId="{B5335A02-7CAF-4BF1-88B8-D813DFD6DC78}" srcOrd="0" destOrd="0" presId="urn:microsoft.com/office/officeart/2005/8/layout/list1"/>
    <dgm:cxn modelId="{6BA75C43-8DAD-49EB-9CFE-0F8D4376145C}" type="presParOf" srcId="{D27BF22B-EE54-4F72-895E-FC164DA60EDD}" destId="{5236D5A8-9604-4DE3-8C6B-F1B751999973}" srcOrd="1" destOrd="0" presId="urn:microsoft.com/office/officeart/2005/8/layout/list1"/>
    <dgm:cxn modelId="{C4BC112F-C3EE-4DE6-99D6-6CB1D270A819}" type="presParOf" srcId="{B82A4968-7B23-4B8B-A482-D5E65DFFCA90}" destId="{CDA760A4-3AED-469E-BDA8-267FBAA40FAF}" srcOrd="25" destOrd="0" presId="urn:microsoft.com/office/officeart/2005/8/layout/list1"/>
    <dgm:cxn modelId="{B2D8E5A4-D060-4DB9-9E7A-46648388204A}" type="presParOf" srcId="{B82A4968-7B23-4B8B-A482-D5E65DFFCA90}" destId="{173B4C97-0E1A-4B0A-971A-A9C18AD965AE}" srcOrd="26" destOrd="0" presId="urn:microsoft.com/office/officeart/2005/8/layout/list1"/>
    <dgm:cxn modelId="{BB1571B6-5257-44C3-B9CF-C3448C9EE853}" type="presParOf" srcId="{B82A4968-7B23-4B8B-A482-D5E65DFFCA90}" destId="{80864BB7-9832-430F-94DB-4A1E235F41B3}" srcOrd="27" destOrd="0" presId="urn:microsoft.com/office/officeart/2005/8/layout/list1"/>
    <dgm:cxn modelId="{DE59F024-A8B1-4AEB-BC0C-925A41838FED}" type="presParOf" srcId="{B82A4968-7B23-4B8B-A482-D5E65DFFCA90}" destId="{7DD632EC-89C9-4EAB-8437-BAF38A98FCD4}" srcOrd="28" destOrd="0" presId="urn:microsoft.com/office/officeart/2005/8/layout/list1"/>
    <dgm:cxn modelId="{F917E598-DB0D-4A39-9A79-AF82EE678690}" type="presParOf" srcId="{7DD632EC-89C9-4EAB-8437-BAF38A98FCD4}" destId="{28F4C961-A591-4E6E-9683-5E41DA99FFB5}" srcOrd="0" destOrd="0" presId="urn:microsoft.com/office/officeart/2005/8/layout/list1"/>
    <dgm:cxn modelId="{CD83868D-2731-412C-9A7D-D347C2C0853D}" type="presParOf" srcId="{7DD632EC-89C9-4EAB-8437-BAF38A98FCD4}" destId="{7F9818CA-2DBA-4CB1-B79B-8642FDA0C8B1}" srcOrd="1" destOrd="0" presId="urn:microsoft.com/office/officeart/2005/8/layout/list1"/>
    <dgm:cxn modelId="{3507DB63-840A-45E9-BC1C-E1B6AA4618CE}" type="presParOf" srcId="{B82A4968-7B23-4B8B-A482-D5E65DFFCA90}" destId="{75AE1478-BA52-4158-B707-7CD27E20B8D2}" srcOrd="29" destOrd="0" presId="urn:microsoft.com/office/officeart/2005/8/layout/list1"/>
    <dgm:cxn modelId="{794EB1EA-8F30-45E2-AA03-6866E75B6315}" type="presParOf" srcId="{B82A4968-7B23-4B8B-A482-D5E65DFFCA90}" destId="{28E1CBF1-8DA5-4FB9-9A9A-9D70018A1777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EB2BC-84B8-44D8-9DF2-484712EBB217}">
      <dsp:nvSpPr>
        <dsp:cNvPr id="0" name=""/>
        <dsp:cNvSpPr/>
      </dsp:nvSpPr>
      <dsp:spPr>
        <a:xfrm>
          <a:off x="0" y="2496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6FA6E-D4A8-4D23-A994-AE540AA5B3A5}">
      <dsp:nvSpPr>
        <dsp:cNvPr id="0" name=""/>
        <dsp:cNvSpPr/>
      </dsp:nvSpPr>
      <dsp:spPr>
        <a:xfrm>
          <a:off x="406400" y="282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Članovi grupe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49849"/>
        <a:ext cx="5646368" cy="399568"/>
      </dsp:txXfrm>
    </dsp:sp>
    <dsp:sp modelId="{6D9E604B-B27A-43D1-B046-4853F3943AAF}">
      <dsp:nvSpPr>
        <dsp:cNvPr id="0" name=""/>
        <dsp:cNvSpPr/>
      </dsp:nvSpPr>
      <dsp:spPr>
        <a:xfrm>
          <a:off x="0" y="9300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3C8E7-0E68-48CE-BE56-D5BDF479BFF4}">
      <dsp:nvSpPr>
        <dsp:cNvPr id="0" name=""/>
        <dsp:cNvSpPr/>
      </dsp:nvSpPr>
      <dsp:spPr>
        <a:xfrm>
          <a:off x="406400" y="69141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Opis zadatka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713029"/>
        <a:ext cx="5646368" cy="399568"/>
      </dsp:txXfrm>
    </dsp:sp>
    <dsp:sp modelId="{8D390190-96E5-469E-8650-52AC6B543BB4}">
      <dsp:nvSpPr>
        <dsp:cNvPr id="0" name=""/>
        <dsp:cNvSpPr/>
      </dsp:nvSpPr>
      <dsp:spPr>
        <a:xfrm>
          <a:off x="0" y="16104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82899-057F-4887-B0BE-296A8596EAA3}">
      <dsp:nvSpPr>
        <dsp:cNvPr id="0" name=""/>
        <dsp:cNvSpPr/>
      </dsp:nvSpPr>
      <dsp:spPr>
        <a:xfrm>
          <a:off x="406400" y="13890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Pregled zahtjeva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1410649"/>
        <a:ext cx="5646368" cy="399568"/>
      </dsp:txXfrm>
    </dsp:sp>
    <dsp:sp modelId="{9311B25F-0889-43C7-BAC9-F200B4AA1312}">
      <dsp:nvSpPr>
        <dsp:cNvPr id="0" name=""/>
        <dsp:cNvSpPr/>
      </dsp:nvSpPr>
      <dsp:spPr>
        <a:xfrm>
          <a:off x="0" y="22908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FCBAF-2786-4F68-8CC3-418552841504}">
      <dsp:nvSpPr>
        <dsp:cNvPr id="0" name=""/>
        <dsp:cNvSpPr/>
      </dsp:nvSpPr>
      <dsp:spPr>
        <a:xfrm>
          <a:off x="406400" y="20694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Arhitektura sustava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2091049"/>
        <a:ext cx="5646368" cy="399568"/>
      </dsp:txXfrm>
    </dsp:sp>
    <dsp:sp modelId="{FD0E9F1E-DD37-4D0F-B7D8-4837D2343F05}">
      <dsp:nvSpPr>
        <dsp:cNvPr id="0" name=""/>
        <dsp:cNvSpPr/>
      </dsp:nvSpPr>
      <dsp:spPr>
        <a:xfrm>
          <a:off x="0" y="29712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DCFAB-A49A-48F4-90F5-637FE8C8DE2C}">
      <dsp:nvSpPr>
        <dsp:cNvPr id="0" name=""/>
        <dsp:cNvSpPr/>
      </dsp:nvSpPr>
      <dsp:spPr>
        <a:xfrm>
          <a:off x="406400" y="27498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Korišteni alati i tehnologije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2771449"/>
        <a:ext cx="5646368" cy="399568"/>
      </dsp:txXfrm>
    </dsp:sp>
    <dsp:sp modelId="{3CD74CC8-D60E-4939-83AD-D8349DBD3900}">
      <dsp:nvSpPr>
        <dsp:cNvPr id="0" name=""/>
        <dsp:cNvSpPr/>
      </dsp:nvSpPr>
      <dsp:spPr>
        <a:xfrm>
          <a:off x="0" y="36516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08718-1DFF-4A16-B90C-8E94F9D0FF40}">
      <dsp:nvSpPr>
        <dsp:cNvPr id="0" name=""/>
        <dsp:cNvSpPr/>
      </dsp:nvSpPr>
      <dsp:spPr>
        <a:xfrm>
          <a:off x="406400" y="34302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Ispitivanje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3451849"/>
        <a:ext cx="5646368" cy="399568"/>
      </dsp:txXfrm>
    </dsp:sp>
    <dsp:sp modelId="{173B4C97-0E1A-4B0A-971A-A9C18AD965AE}">
      <dsp:nvSpPr>
        <dsp:cNvPr id="0" name=""/>
        <dsp:cNvSpPr/>
      </dsp:nvSpPr>
      <dsp:spPr>
        <a:xfrm>
          <a:off x="0" y="43320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6D5A8-9604-4DE3-8C6B-F1B751999973}">
      <dsp:nvSpPr>
        <dsp:cNvPr id="0" name=""/>
        <dsp:cNvSpPr/>
      </dsp:nvSpPr>
      <dsp:spPr>
        <a:xfrm>
          <a:off x="406400" y="41106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Organizacija rada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4132249"/>
        <a:ext cx="5646368" cy="399568"/>
      </dsp:txXfrm>
    </dsp:sp>
    <dsp:sp modelId="{28E1CBF1-8DA5-4FB9-9A9A-9D70018A1777}">
      <dsp:nvSpPr>
        <dsp:cNvPr id="0" name=""/>
        <dsp:cNvSpPr/>
      </dsp:nvSpPr>
      <dsp:spPr>
        <a:xfrm>
          <a:off x="0" y="5012433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818CA-2DBA-4CB1-B79B-8642FDA0C8B1}">
      <dsp:nvSpPr>
        <dsp:cNvPr id="0" name=""/>
        <dsp:cNvSpPr/>
      </dsp:nvSpPr>
      <dsp:spPr>
        <a:xfrm>
          <a:off x="406400" y="4791033"/>
          <a:ext cx="5689600" cy="442800"/>
        </a:xfrm>
        <a:prstGeom prst="roundRect">
          <a:avLst/>
        </a:prstGeom>
        <a:solidFill>
          <a:srgbClr val="29292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>
              <a:latin typeface="Arial" panose="020B0604020202020204" pitchFamily="34" charset="0"/>
              <a:cs typeface="Arial" panose="020B0604020202020204" pitchFamily="34" charset="0"/>
            </a:rPr>
            <a:t>Iskustva</a:t>
          </a:r>
          <a:endParaRPr lang="en-GB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016" y="4812649"/>
        <a:ext cx="564636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B5981-BC0F-48C6-88D3-9371EE19F609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FB6FC-B07F-4348-B8C1-C2FE9F806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89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FB6FC-B07F-4348-B8C1-C2FE9F806E3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234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913F-2FE7-50B8-7069-C607526D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F7075-484C-D0E3-BD75-0C1376C41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96908-64D4-846A-F0AD-6FD405A76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7F921-3621-C213-0BA2-ACE188FBE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FB6FC-B07F-4348-B8C1-C2FE9F806E3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624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67F7-2819-98AE-38A7-BE766D90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A6D3A-3499-C087-E3D9-72B5645F1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5B449-F048-168B-F9DB-D4A3D2E5C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9AD1C-A020-3966-E6CF-A023787B5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FB6FC-B07F-4348-B8C1-C2FE9F806E3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554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0AD9-0B2B-2BA2-D6D8-CEAFC08B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DF8AD-F59C-7702-7205-9535A06B0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25592-0DDD-B3E0-6E59-038BC0FE3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11C73-6DDB-1A0C-1ACC-D4E1EB571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FB6FC-B07F-4348-B8C1-C2FE9F806E3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54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DF2C-003A-701C-402E-FC60C9CA2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33FA8-99F9-9119-EB93-C2A7CD504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2AB6E-8EEB-C822-6AE6-2A19CDF1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394D-16DB-79A0-5453-2895BE85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F4AE-D960-EC40-1EDF-823C4B75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89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1277-48C9-7012-52F6-B3E968FB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E511-0F5F-5432-0003-EA1945539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08814-276E-CCA3-09EA-6F18E83C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468A0-9400-6FCC-AB9F-1775DBC6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C5CE0-7472-D23E-2363-A61ADDA1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19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2286-54BD-9E28-3771-E11A8BCB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906CC-D868-74BA-6412-D400AFB1F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7D1E7-3A57-C59A-DB39-A40CD3B4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9F00D-1C31-DCE8-58F3-09BF280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69CA-D408-8D9D-C5E1-0072BC8E5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28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44A1-3F19-BEED-F63F-8CB2953D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F77F-45CE-9004-FB27-F0E56CD29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2048-9CE4-3087-1A2B-D20681DF2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D3F3E-5C24-B7FB-6C03-BA9482F0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7267C-0C2B-2629-23AA-2074E0BEC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C260D-FC4A-EF84-61CB-B6A326EC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83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E5E3-21C5-08E0-B1DF-FBF7EF11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B24E-C2FE-7F81-4B57-07FDAD982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D499D-1D0A-3CA5-F12B-DCE24063D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59C6D-0926-ABC0-8108-3B9FCF3ED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95FD3-E95B-804B-267E-7D5DDBB2C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73912-9948-E3E0-2A29-FB7AE8ED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9BE1D3-C736-A2AE-7A9C-FCDF25F1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2D490-262D-0503-C92B-E739021A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05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6117-98AB-24E4-2354-F5A2FA42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F52A5-6C60-54DB-7FA6-26EFCF8C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3A0E7-08ED-9AE3-D81C-0D0C7526F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FF21D-A600-E247-5902-984195BE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82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33BDF-9916-17B7-2E9E-28A9FEE51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DF0F2-A69D-39C7-3B17-092AA09A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223C9-0FA6-A9EE-4B73-4D02BBD0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28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6D60-0CF1-FD55-D2CD-09C56436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54125-8C0E-BFC3-B07F-811CA172D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FCB33-965E-FD7C-8265-03D061DB5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BADDF-E253-BD6E-5C9F-0E249B06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7D747-5F85-C533-A1EA-5D11285B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04AA7-FE01-2810-CA7C-E39859EB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66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D2EB-A90B-641E-8829-169FB9DD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66FFE-91E7-6A4B-B44A-EFAA2ADC3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24D6D-2D60-604E-DE30-1B484FD5A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4FB9D-A9AF-0894-9E24-42B7CA4E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87D18-636C-09A5-8544-286FD094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10C4F-A51B-493A-DB6B-FD8BE6A1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14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DA5F-E8AE-80A7-056D-8CB59E6FA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CF063-B8A2-6362-8947-F0AC0C5F5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45D56-582B-DD91-8F79-E27B3106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469D-DECE-8008-FA0C-C4C797D8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B9800-247D-870F-10C6-1BCB9365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11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CCBF2-553E-84D9-50E1-F9E0F7871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A4A19-2A9B-E41D-3245-253AA1F61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E6C48-4B8B-69CA-E2E0-91544405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DAFAE-F40E-B59A-1C8C-D2543A5C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C0EF7-A564-11E3-0AA5-1D8DF7F6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49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E144D-4A12-6630-BC1D-486CA74D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A8507-3682-5AF2-4438-71D500AC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7D1D3-B6BE-1163-82B3-7F70995DD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37C56-FA9D-419F-B35D-671D88A9E5A3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D61EC-56A7-988A-768F-D6D9C489C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79249-C69C-4F3D-FCE3-94CA1F471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41FDC-808D-4A41-9B55-61D4E587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05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helf with ski gear and bags&#10;&#10;AI-generated content may be incorrect.">
            <a:extLst>
              <a:ext uri="{FF2B5EF4-FFF2-40B4-BE49-F238E27FC236}">
                <a16:creationId xmlns:a16="http://schemas.microsoft.com/office/drawing/2014/main" id="{A4F8A1E0-9075-AC20-8235-00E4009B06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colorTemperature colorTemp="6153"/>
                    </a14:imgEffect>
                    <a14:imgEffect>
                      <a14:brightnessContrast bright="-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57" r="14189"/>
          <a:stretch>
            <a:fillRect/>
          </a:stretch>
        </p:blipFill>
        <p:spPr>
          <a:xfrm>
            <a:off x="-1" y="-38667"/>
            <a:ext cx="12192001" cy="6935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48E3AE-D598-AF40-F0AF-A2D0AC8BE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398135"/>
            <a:ext cx="9144000" cy="2387600"/>
          </a:xfrm>
        </p:spPr>
        <p:txBody>
          <a:bodyPr>
            <a:normAutofit/>
          </a:bodyPr>
          <a:lstStyle/>
          <a:p>
            <a:r>
              <a:rPr lang="hr-HR" sz="10000" b="1" dirty="0">
                <a:solidFill>
                  <a:srgbClr val="00FF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GEAR </a:t>
            </a:r>
            <a:r>
              <a:rPr lang="hr-HR" sz="10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endParaRPr lang="en-GB" sz="10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5765A-2192-B715-3508-8A80DA4CC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hr-HR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Tim:  TG 02.2 </a:t>
            </a:r>
            <a:r>
              <a:rPr lang="hr-HR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Pokemoni</a:t>
            </a:r>
            <a:endParaRPr lang="hr-HR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noProof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Ak. god. 2025./2026.</a:t>
            </a:r>
          </a:p>
          <a:p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2E178F-B605-87A9-FED8-652648636BDF}"/>
              </a:ext>
            </a:extLst>
          </p:cNvPr>
          <p:cNvCxnSpPr>
            <a:cxnSpLocks/>
          </p:cNvCxnSpPr>
          <p:nvPr/>
        </p:nvCxnSpPr>
        <p:spPr>
          <a:xfrm>
            <a:off x="2039257" y="3785735"/>
            <a:ext cx="81134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22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F59C-4D03-C562-D57F-1172D9586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30753"/>
          </a:xfrm>
          <a:solidFill>
            <a:srgbClr val="00FF55"/>
          </a:solidFill>
        </p:spPr>
        <p:txBody>
          <a:bodyPr/>
          <a:lstStyle/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SADRŽAJ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B7BD211-C1DA-6EDA-D904-94E719719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366024"/>
              </p:ext>
            </p:extLst>
          </p:nvPr>
        </p:nvGraphicFramePr>
        <p:xfrm>
          <a:off x="577850" y="127362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" name="Arrow: U-Turn 31">
            <a:extLst>
              <a:ext uri="{FF2B5EF4-FFF2-40B4-BE49-F238E27FC236}">
                <a16:creationId xmlns:a16="http://schemas.microsoft.com/office/drawing/2014/main" id="{B4398961-1EFE-7761-FDBE-2CCC37D069CD}"/>
              </a:ext>
            </a:extLst>
          </p:cNvPr>
          <p:cNvSpPr/>
          <p:nvPr/>
        </p:nvSpPr>
        <p:spPr>
          <a:xfrm rot="5400000">
            <a:off x="6542086" y="1675247"/>
            <a:ext cx="673968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Arrow: U-Turn 32">
            <a:extLst>
              <a:ext uri="{FF2B5EF4-FFF2-40B4-BE49-F238E27FC236}">
                <a16:creationId xmlns:a16="http://schemas.microsoft.com/office/drawing/2014/main" id="{318CE063-50F9-96DC-6702-62B9F613CA14}"/>
              </a:ext>
            </a:extLst>
          </p:cNvPr>
          <p:cNvSpPr/>
          <p:nvPr/>
        </p:nvSpPr>
        <p:spPr>
          <a:xfrm rot="5400000">
            <a:off x="6542085" y="3047426"/>
            <a:ext cx="673970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Arrow: U-Turn 33">
            <a:extLst>
              <a:ext uri="{FF2B5EF4-FFF2-40B4-BE49-F238E27FC236}">
                <a16:creationId xmlns:a16="http://schemas.microsoft.com/office/drawing/2014/main" id="{9280A21E-D63E-345D-7563-764CE24CBCB3}"/>
              </a:ext>
            </a:extLst>
          </p:cNvPr>
          <p:cNvSpPr/>
          <p:nvPr/>
        </p:nvSpPr>
        <p:spPr>
          <a:xfrm rot="5400000">
            <a:off x="6542086" y="4400553"/>
            <a:ext cx="673968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Arrow: U-Turn 34">
            <a:extLst>
              <a:ext uri="{FF2B5EF4-FFF2-40B4-BE49-F238E27FC236}">
                <a16:creationId xmlns:a16="http://schemas.microsoft.com/office/drawing/2014/main" id="{E384C864-3971-1099-96CA-6D4968E0A8F7}"/>
              </a:ext>
            </a:extLst>
          </p:cNvPr>
          <p:cNvSpPr/>
          <p:nvPr/>
        </p:nvSpPr>
        <p:spPr>
          <a:xfrm rot="5400000">
            <a:off x="6542085" y="5763206"/>
            <a:ext cx="673968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U-Turn 39">
            <a:extLst>
              <a:ext uri="{FF2B5EF4-FFF2-40B4-BE49-F238E27FC236}">
                <a16:creationId xmlns:a16="http://schemas.microsoft.com/office/drawing/2014/main" id="{DAADECD1-5A9B-4F55-A832-A67F92913CB4}"/>
              </a:ext>
            </a:extLst>
          </p:cNvPr>
          <p:cNvSpPr/>
          <p:nvPr/>
        </p:nvSpPr>
        <p:spPr>
          <a:xfrm rot="16200000" flipH="1">
            <a:off x="445364" y="3721396"/>
            <a:ext cx="673969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Arrow: U-Turn 40">
            <a:extLst>
              <a:ext uri="{FF2B5EF4-FFF2-40B4-BE49-F238E27FC236}">
                <a16:creationId xmlns:a16="http://schemas.microsoft.com/office/drawing/2014/main" id="{D2881A1C-4D8F-45F1-D76A-0CA9D9EDBC31}"/>
              </a:ext>
            </a:extLst>
          </p:cNvPr>
          <p:cNvSpPr/>
          <p:nvPr/>
        </p:nvSpPr>
        <p:spPr>
          <a:xfrm rot="16200000" flipH="1">
            <a:off x="448828" y="2361337"/>
            <a:ext cx="673969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Arrow: U-Turn 41">
            <a:extLst>
              <a:ext uri="{FF2B5EF4-FFF2-40B4-BE49-F238E27FC236}">
                <a16:creationId xmlns:a16="http://schemas.microsoft.com/office/drawing/2014/main" id="{6CF119A4-8E07-2D08-87E0-63D73AC62596}"/>
              </a:ext>
            </a:extLst>
          </p:cNvPr>
          <p:cNvSpPr/>
          <p:nvPr/>
        </p:nvSpPr>
        <p:spPr>
          <a:xfrm rot="16200000" flipH="1">
            <a:off x="445363" y="5113780"/>
            <a:ext cx="673969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Arrow: U-Turn 42">
            <a:extLst>
              <a:ext uri="{FF2B5EF4-FFF2-40B4-BE49-F238E27FC236}">
                <a16:creationId xmlns:a16="http://schemas.microsoft.com/office/drawing/2014/main" id="{274A48A6-1A66-F590-631D-74D8161B3D88}"/>
              </a:ext>
            </a:extLst>
          </p:cNvPr>
          <p:cNvSpPr/>
          <p:nvPr/>
        </p:nvSpPr>
        <p:spPr>
          <a:xfrm rot="16200000" flipH="1">
            <a:off x="445363" y="1016710"/>
            <a:ext cx="673969" cy="390525"/>
          </a:xfrm>
          <a:prstGeom prst="uturnArrow">
            <a:avLst>
              <a:gd name="adj1" fmla="val 610"/>
              <a:gd name="adj2" fmla="val 7927"/>
              <a:gd name="adj3" fmla="val 10367"/>
              <a:gd name="adj4" fmla="val 43750"/>
              <a:gd name="adj5" fmla="val 100000"/>
            </a:avLst>
          </a:prstGeom>
          <a:solidFill>
            <a:srgbClr val="00FF55">
              <a:alpha val="95000"/>
            </a:srgbClr>
          </a:solidFill>
          <a:ln>
            <a:solidFill>
              <a:srgbClr val="00FF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7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9B891-4D5F-F5C9-00BA-3393757D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Nikola Horvat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Noa Bašić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Igor Vuković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Jakov Marković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Leon Katić</a:t>
            </a:r>
          </a:p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Antonio </a:t>
            </a:r>
            <a:r>
              <a:rPr lang="hr-HR" noProof="0" dirty="0" err="1">
                <a:latin typeface="Arial" panose="020B0604020202020204" pitchFamily="34" charset="0"/>
                <a:cs typeface="Arial" panose="020B0604020202020204" pitchFamily="34" charset="0"/>
              </a:rPr>
              <a:t>Batarilović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Leonard Kovač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686A0C-AD56-8FE7-20A5-DFC397A3036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ČLANOVI</a:t>
            </a:r>
            <a:r>
              <a:rPr lang="hr-HR" b="1" dirty="0">
                <a:solidFill>
                  <a:srgbClr val="292927"/>
                </a:solidFill>
              </a:rPr>
              <a:t> GRUPE</a:t>
            </a:r>
            <a:endParaRPr lang="en-GB" b="1" dirty="0">
              <a:solidFill>
                <a:srgbClr val="292927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596E62-9DBE-0F10-7BAD-B774D8BDD77D}"/>
              </a:ext>
            </a:extLst>
          </p:cNvPr>
          <p:cNvSpPr txBox="1">
            <a:spLocks/>
          </p:cNvSpPr>
          <p:nvPr/>
        </p:nvSpPr>
        <p:spPr>
          <a:xfrm>
            <a:off x="5754624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1DBE59-659E-08D6-BFAD-25F47F674163}"/>
              </a:ext>
            </a:extLst>
          </p:cNvPr>
          <p:cNvSpPr txBox="1">
            <a:spLocks/>
          </p:cNvSpPr>
          <p:nvPr/>
        </p:nvSpPr>
        <p:spPr>
          <a:xfrm>
            <a:off x="4477512" y="1825625"/>
            <a:ext cx="59832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Voditelj, baza podataka, </a:t>
            </a:r>
            <a:r>
              <a:rPr lang="hr-HR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endParaRPr lang="hr-HR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noProof="0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Dokumentacija</a:t>
            </a:r>
          </a:p>
          <a:p>
            <a:pPr marL="0" indent="0">
              <a:buNone/>
            </a:pPr>
            <a:r>
              <a:rPr lang="hr-HR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Dokumentacija</a:t>
            </a:r>
          </a:p>
          <a:p>
            <a:pPr marL="0" indent="0">
              <a:buNone/>
            </a:pPr>
            <a:r>
              <a:rPr lang="hr-HR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hr-HR" noProof="0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okumentacija</a:t>
            </a:r>
            <a:r>
              <a:rPr lang="hr-HR" noProof="0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noProof="0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hr-HR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hr-HR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hr-HR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noProof="0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hr-HR" noProof="0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hr-HR" noProof="0" dirty="0" err="1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rontend</a:t>
            </a:r>
            <a:endParaRPr lang="en-GB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F31665-45FF-3FBF-2568-C8105499459B}"/>
              </a:ext>
            </a:extLst>
          </p:cNvPr>
          <p:cNvCxnSpPr>
            <a:cxnSpLocks/>
          </p:cNvCxnSpPr>
          <p:nvPr/>
        </p:nvCxnSpPr>
        <p:spPr>
          <a:xfrm>
            <a:off x="3467100" y="2075688"/>
            <a:ext cx="1010412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FC48F5-4CEA-82D4-A975-B715BBB0BDE4}"/>
              </a:ext>
            </a:extLst>
          </p:cNvPr>
          <p:cNvCxnSpPr>
            <a:cxnSpLocks/>
          </p:cNvCxnSpPr>
          <p:nvPr/>
        </p:nvCxnSpPr>
        <p:spPr>
          <a:xfrm>
            <a:off x="3008376" y="2593848"/>
            <a:ext cx="1469136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91B368-074E-AD8D-D416-071151D308EC}"/>
              </a:ext>
            </a:extLst>
          </p:cNvPr>
          <p:cNvCxnSpPr>
            <a:cxnSpLocks/>
          </p:cNvCxnSpPr>
          <p:nvPr/>
        </p:nvCxnSpPr>
        <p:spPr>
          <a:xfrm>
            <a:off x="3236976" y="3093720"/>
            <a:ext cx="1240536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B55710-A3A1-D423-8BE2-2449DB90AA9C}"/>
              </a:ext>
            </a:extLst>
          </p:cNvPr>
          <p:cNvCxnSpPr>
            <a:cxnSpLocks/>
          </p:cNvCxnSpPr>
          <p:nvPr/>
        </p:nvCxnSpPr>
        <p:spPr>
          <a:xfrm>
            <a:off x="3767328" y="3611880"/>
            <a:ext cx="710184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7FF52D-C365-D7A5-F429-DC9755554A25}"/>
              </a:ext>
            </a:extLst>
          </p:cNvPr>
          <p:cNvCxnSpPr>
            <a:cxnSpLocks/>
          </p:cNvCxnSpPr>
          <p:nvPr/>
        </p:nvCxnSpPr>
        <p:spPr>
          <a:xfrm>
            <a:off x="4206240" y="4605528"/>
            <a:ext cx="271272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CD38BB-5075-E81B-6AD1-B96D950CA8DB}"/>
              </a:ext>
            </a:extLst>
          </p:cNvPr>
          <p:cNvCxnSpPr>
            <a:cxnSpLocks/>
          </p:cNvCxnSpPr>
          <p:nvPr/>
        </p:nvCxnSpPr>
        <p:spPr>
          <a:xfrm>
            <a:off x="3008376" y="4093464"/>
            <a:ext cx="1469136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8878C9-0DA1-DEBD-1CDC-E5E655D01A5A}"/>
              </a:ext>
            </a:extLst>
          </p:cNvPr>
          <p:cNvCxnSpPr>
            <a:cxnSpLocks/>
          </p:cNvCxnSpPr>
          <p:nvPr/>
        </p:nvCxnSpPr>
        <p:spPr>
          <a:xfrm>
            <a:off x="3717036" y="5141976"/>
            <a:ext cx="760476" cy="0"/>
          </a:xfrm>
          <a:prstGeom prst="straightConnector1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66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1EFEC4-9872-5373-C461-BE71630195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OPIS ZADATKA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ravokutnik: Zaobljeni kutovi 8">
            <a:extLst>
              <a:ext uri="{FF2B5EF4-FFF2-40B4-BE49-F238E27FC236}">
                <a16:creationId xmlns:a16="http://schemas.microsoft.com/office/drawing/2014/main" id="{FE89E9E6-C097-26D2-36BA-251CA67A6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642" y="2907792"/>
            <a:ext cx="4325038" cy="1965956"/>
          </a:xfrm>
          <a:prstGeom prst="roundRect">
            <a:avLst/>
          </a:prstGeom>
          <a:solidFill>
            <a:srgbClr val="6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Kupnja sezonske sportske opreme je skupa i rizična jer se koristi rijetko, dok trgovci imaju neiskorištene zalihe i neefikasan sustav rezervacija</a:t>
            </a:r>
            <a:endParaRPr lang="hr-HR" sz="2000" b="1" noProof="0" dirty="0">
              <a:solidFill>
                <a:schemeClr val="bg1"/>
              </a:solidFill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sp>
        <p:nvSpPr>
          <p:cNvPr id="8" name="Pravokutnik: Zaobljeni kutovi 8">
            <a:extLst>
              <a:ext uri="{FF2B5EF4-FFF2-40B4-BE49-F238E27FC236}">
                <a16:creationId xmlns:a16="http://schemas.microsoft.com/office/drawing/2014/main" id="{B8920081-FAD5-C253-8D07-EE6FE8C66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1322" y="2907793"/>
            <a:ext cx="4325038" cy="196595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ovezivanje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kupaca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sezonske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sportske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opreme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trgovaca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cilju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jednostavnijeg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povoljnijeg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fleksibilnijeg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najma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opreme</a:t>
            </a:r>
            <a:endParaRPr lang="hr-HR" sz="20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0BF2F-AF31-992A-5392-9A5E089201BC}"/>
              </a:ext>
            </a:extLst>
          </p:cNvPr>
          <p:cNvSpPr txBox="1"/>
          <p:nvPr/>
        </p:nvSpPr>
        <p:spPr>
          <a:xfrm>
            <a:off x="2039148" y="2052141"/>
            <a:ext cx="2478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600" b="1" dirty="0">
                <a:solidFill>
                  <a:srgbClr val="6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en-GB" sz="3600" b="1" dirty="0">
              <a:solidFill>
                <a:srgbClr val="6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FAF3A-E29E-ACEC-5B0B-B131A71819BA}"/>
              </a:ext>
            </a:extLst>
          </p:cNvPr>
          <p:cNvSpPr txBox="1"/>
          <p:nvPr/>
        </p:nvSpPr>
        <p:spPr>
          <a:xfrm>
            <a:off x="7674830" y="2052141"/>
            <a:ext cx="2603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6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RJEŠENJE</a:t>
            </a:r>
            <a:endParaRPr lang="en-GB" sz="36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6BF792-4EA3-2531-92DE-4D3208891246}"/>
              </a:ext>
            </a:extLst>
          </p:cNvPr>
          <p:cNvSpPr/>
          <p:nvPr/>
        </p:nvSpPr>
        <p:spPr>
          <a:xfrm>
            <a:off x="5596128" y="3630166"/>
            <a:ext cx="996696" cy="521208"/>
          </a:xfrm>
          <a:prstGeom prst="rightArrow">
            <a:avLst/>
          </a:prstGeom>
          <a:solidFill>
            <a:srgbClr val="00F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78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3279-B4D8-D0F3-7E28-A5E329B0C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01" y="2361979"/>
            <a:ext cx="5471157" cy="4351338"/>
          </a:xfrm>
        </p:spPr>
        <p:txBody>
          <a:bodyPr/>
          <a:lstStyle/>
          <a:p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Decathlon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kao trgovac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Lokacije ograničene na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Deathlon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dućane</a:t>
            </a:r>
          </a:p>
          <a:p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Decathlon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brandovi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Zatvoren na odluke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Decathlona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2F665A-5838-52F8-95B4-3AEE370CCA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OPIS ZADATKA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3E3AE5-D6EB-6127-9317-2BEBE455753D}"/>
              </a:ext>
            </a:extLst>
          </p:cNvPr>
          <p:cNvSpPr txBox="1">
            <a:spLocks/>
          </p:cNvSpPr>
          <p:nvPr/>
        </p:nvSpPr>
        <p:spPr>
          <a:xfrm>
            <a:off x="6428578" y="2361979"/>
            <a:ext cx="52273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Bilo tko može biti trgovac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Nema ograničenja u lokacijama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Nema restrikcije na brandove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Prilagođava se potrebama zajednice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9823E4-9999-9DED-8A19-94BA7B54D49B}"/>
              </a:ext>
            </a:extLst>
          </p:cNvPr>
          <p:cNvCxnSpPr>
            <a:cxnSpLocks/>
          </p:cNvCxnSpPr>
          <p:nvPr/>
        </p:nvCxnSpPr>
        <p:spPr>
          <a:xfrm>
            <a:off x="6096000" y="1292799"/>
            <a:ext cx="0" cy="5420518"/>
          </a:xfrm>
          <a:prstGeom prst="line">
            <a:avLst/>
          </a:prstGeom>
          <a:ln>
            <a:solidFill>
              <a:srgbClr val="2929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CFC2647B-4D94-99E6-F5D0-9CA06FD2F368}"/>
              </a:ext>
            </a:extLst>
          </p:cNvPr>
          <p:cNvSpPr txBox="1">
            <a:spLocks/>
          </p:cNvSpPr>
          <p:nvPr/>
        </p:nvSpPr>
        <p:spPr>
          <a:xfrm>
            <a:off x="7355519" y="715229"/>
            <a:ext cx="3302644" cy="2294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3600" b="1" dirty="0">
                <a:solidFill>
                  <a:srgbClr val="00FF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GEAR SHARE</a:t>
            </a:r>
            <a:endParaRPr lang="en-GB" sz="3600" b="1" dirty="0">
              <a:solidFill>
                <a:srgbClr val="00FF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0B551B-73B6-CDFF-D998-C841DAD8D68B}"/>
              </a:ext>
            </a:extLst>
          </p:cNvPr>
          <p:cNvSpPr txBox="1">
            <a:spLocks/>
          </p:cNvSpPr>
          <p:nvPr/>
        </p:nvSpPr>
        <p:spPr>
          <a:xfrm>
            <a:off x="868683" y="747552"/>
            <a:ext cx="4562160" cy="2294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3600" b="1" dirty="0">
                <a:solidFill>
                  <a:srgbClr val="00FF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DECATHLON RENT</a:t>
            </a:r>
            <a:endParaRPr lang="en-GB" sz="3600" b="1" dirty="0">
              <a:solidFill>
                <a:srgbClr val="00FF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8D463-CAD0-0D29-8FB2-A79A17B3D7ED}"/>
              </a:ext>
            </a:extLst>
          </p:cNvPr>
          <p:cNvSpPr txBox="1"/>
          <p:nvPr/>
        </p:nvSpPr>
        <p:spPr>
          <a:xfrm>
            <a:off x="506973" y="761421"/>
            <a:ext cx="70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USPOREDBA SA SLIČNIM RJEŠENJEM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20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9467-6BDD-9D59-9617-432E43B2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ACE55-0B96-C3D9-A5FF-4B966235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Sustav</a:t>
            </a:r>
            <a:r>
              <a:rPr lang="en-GB" dirty="0"/>
              <a:t> </a:t>
            </a:r>
            <a:r>
              <a:rPr lang="en-GB" dirty="0" err="1"/>
              <a:t>omogućuje</a:t>
            </a:r>
            <a:r>
              <a:rPr lang="en-GB" dirty="0"/>
              <a:t> </a:t>
            </a:r>
            <a:r>
              <a:rPr lang="en-GB" dirty="0" err="1"/>
              <a:t>korisnicima</a:t>
            </a:r>
            <a:r>
              <a:rPr lang="en-GB" dirty="0"/>
              <a:t> </a:t>
            </a:r>
            <a:r>
              <a:rPr lang="en-GB" dirty="0" err="1"/>
              <a:t>registraciju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prijavu</a:t>
            </a:r>
            <a:r>
              <a:rPr lang="en-GB" dirty="0"/>
              <a:t> </a:t>
            </a:r>
            <a:r>
              <a:rPr lang="en-GB" dirty="0" err="1"/>
              <a:t>putem</a:t>
            </a:r>
            <a:r>
              <a:rPr lang="en-GB" dirty="0"/>
              <a:t> OAuth 2.0 </a:t>
            </a:r>
            <a:r>
              <a:rPr lang="en-GB" dirty="0" err="1"/>
              <a:t>autentifikacijskog</a:t>
            </a:r>
            <a:r>
              <a:rPr lang="en-GB" dirty="0"/>
              <a:t> </a:t>
            </a:r>
            <a:r>
              <a:rPr lang="en-GB" dirty="0" err="1"/>
              <a:t>sustava</a:t>
            </a:r>
            <a:endParaRPr lang="hr-HR" dirty="0"/>
          </a:p>
          <a:p>
            <a:r>
              <a:rPr lang="en-GB" dirty="0" err="1"/>
              <a:t>Sustav</a:t>
            </a:r>
            <a:r>
              <a:rPr lang="en-GB" dirty="0"/>
              <a:t> </a:t>
            </a:r>
            <a:r>
              <a:rPr lang="en-GB" dirty="0" err="1"/>
              <a:t>omogućuje</a:t>
            </a:r>
            <a:r>
              <a:rPr lang="en-GB" dirty="0"/>
              <a:t> </a:t>
            </a:r>
            <a:r>
              <a:rPr lang="en-GB" dirty="0" err="1"/>
              <a:t>javni</a:t>
            </a:r>
            <a:r>
              <a:rPr lang="en-GB" dirty="0"/>
              <a:t> </a:t>
            </a:r>
            <a:r>
              <a:rPr lang="en-GB" dirty="0" err="1"/>
              <a:t>pregled</a:t>
            </a:r>
            <a:r>
              <a:rPr lang="en-GB" dirty="0"/>
              <a:t> </a:t>
            </a:r>
            <a:r>
              <a:rPr lang="en-GB" dirty="0" err="1"/>
              <a:t>kataloga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detaljne</a:t>
            </a:r>
            <a:r>
              <a:rPr lang="en-GB" dirty="0"/>
              <a:t> </a:t>
            </a:r>
            <a:r>
              <a:rPr lang="en-GB" dirty="0" err="1"/>
              <a:t>stranice</a:t>
            </a:r>
            <a:r>
              <a:rPr lang="en-GB" dirty="0"/>
              <a:t> </a:t>
            </a:r>
            <a:r>
              <a:rPr lang="en-GB" dirty="0" err="1"/>
              <a:t>oglasa</a:t>
            </a:r>
            <a:endParaRPr lang="hr-HR" dirty="0"/>
          </a:p>
          <a:p>
            <a:r>
              <a:rPr lang="en-GB" dirty="0" err="1"/>
              <a:t>Korisnik</a:t>
            </a:r>
            <a:r>
              <a:rPr lang="en-GB" dirty="0"/>
              <a:t> </a:t>
            </a: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en-GB" dirty="0" err="1"/>
              <a:t>rezervirati</a:t>
            </a:r>
            <a:r>
              <a:rPr lang="en-GB" dirty="0"/>
              <a:t> period </a:t>
            </a:r>
            <a:r>
              <a:rPr lang="en-GB" dirty="0" err="1"/>
              <a:t>najma</a:t>
            </a:r>
            <a:r>
              <a:rPr lang="en-GB" dirty="0"/>
              <a:t> </a:t>
            </a:r>
            <a:r>
              <a:rPr lang="en-GB" dirty="0" err="1"/>
              <a:t>uz</a:t>
            </a:r>
            <a:r>
              <a:rPr lang="en-GB" dirty="0"/>
              <a:t> </a:t>
            </a:r>
            <a:r>
              <a:rPr lang="en-GB" dirty="0" err="1"/>
              <a:t>provjeru</a:t>
            </a:r>
            <a:r>
              <a:rPr lang="en-GB" dirty="0"/>
              <a:t> </a:t>
            </a:r>
            <a:r>
              <a:rPr lang="en-GB" dirty="0" err="1"/>
              <a:t>dostupnosti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privremeno</a:t>
            </a:r>
            <a:r>
              <a:rPr lang="en-GB" dirty="0"/>
              <a:t> </a:t>
            </a:r>
            <a:r>
              <a:rPr lang="en-GB" dirty="0" err="1"/>
              <a:t>zaključavanje</a:t>
            </a:r>
            <a:r>
              <a:rPr lang="en-GB" dirty="0"/>
              <a:t> termina do </a:t>
            </a:r>
            <a:r>
              <a:rPr lang="en-GB" dirty="0" err="1"/>
              <a:t>plaćanja</a:t>
            </a:r>
            <a:r>
              <a:rPr lang="en-GB" dirty="0"/>
              <a:t>.</a:t>
            </a:r>
            <a:endParaRPr lang="hr-HR" dirty="0"/>
          </a:p>
          <a:p>
            <a:r>
              <a:rPr lang="en-GB" dirty="0" err="1"/>
              <a:t>Trgovac</a:t>
            </a:r>
            <a:r>
              <a:rPr lang="en-GB" dirty="0"/>
              <a:t> </a:t>
            </a: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en-GB" dirty="0" err="1"/>
              <a:t>platiti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aktivirati</a:t>
            </a:r>
            <a:r>
              <a:rPr lang="en-GB" dirty="0"/>
              <a:t> </a:t>
            </a:r>
            <a:r>
              <a:rPr lang="en-GB" dirty="0" err="1"/>
              <a:t>članarinu</a:t>
            </a:r>
            <a:r>
              <a:rPr lang="en-GB" dirty="0"/>
              <a:t> </a:t>
            </a:r>
            <a:r>
              <a:rPr lang="en-GB" dirty="0" err="1"/>
              <a:t>potrebnu</a:t>
            </a:r>
            <a:r>
              <a:rPr lang="en-GB" dirty="0"/>
              <a:t> za </a:t>
            </a:r>
            <a:r>
              <a:rPr lang="en-GB" dirty="0" err="1"/>
              <a:t>objavu</a:t>
            </a:r>
            <a:r>
              <a:rPr lang="en-GB" dirty="0"/>
              <a:t> </a:t>
            </a:r>
            <a:r>
              <a:rPr lang="en-GB" dirty="0" err="1"/>
              <a:t>oglasa</a:t>
            </a:r>
            <a:endParaRPr lang="hr-HR" dirty="0"/>
          </a:p>
          <a:p>
            <a:r>
              <a:rPr lang="en-GB" dirty="0"/>
              <a:t>Administrator </a:t>
            </a: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en-GB" dirty="0" err="1"/>
              <a:t>pregledavati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upravljati</a:t>
            </a:r>
            <a:r>
              <a:rPr lang="en-GB" dirty="0"/>
              <a:t> </a:t>
            </a:r>
            <a:r>
              <a:rPr lang="en-GB" dirty="0" err="1"/>
              <a:t>korisnicima</a:t>
            </a:r>
            <a:r>
              <a:rPr lang="en-GB" dirty="0"/>
              <a:t>, </a:t>
            </a:r>
            <a:r>
              <a:rPr lang="en-GB" dirty="0" err="1"/>
              <a:t>moderirati</a:t>
            </a:r>
            <a:r>
              <a:rPr lang="en-GB" dirty="0"/>
              <a:t> </a:t>
            </a:r>
            <a:r>
              <a:rPr lang="en-GB" dirty="0" err="1"/>
              <a:t>oglase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obrađivati</a:t>
            </a:r>
            <a:r>
              <a:rPr lang="en-GB" dirty="0"/>
              <a:t> </a:t>
            </a:r>
            <a:r>
              <a:rPr lang="en-GB" dirty="0" err="1"/>
              <a:t>prijave</a:t>
            </a:r>
            <a:r>
              <a:rPr lang="en-GB" dirty="0"/>
              <a:t> </a:t>
            </a:r>
            <a:r>
              <a:rPr lang="en-GB" dirty="0" err="1"/>
              <a:t>nepravilnosti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EE3D5-10A1-5D75-8EDA-F49E6F867E9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 ZAHTJEVA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5DFD8-A34C-C713-68FB-D997AE15718F}"/>
              </a:ext>
            </a:extLst>
          </p:cNvPr>
          <p:cNvSpPr txBox="1"/>
          <p:nvPr/>
        </p:nvSpPr>
        <p:spPr>
          <a:xfrm>
            <a:off x="474793" y="761421"/>
            <a:ext cx="70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GLAVNI FUNKCIONALNI ZAHTJEVI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82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90AF-2A03-8205-2617-1DDFD802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A8FED-AF9B-114D-78C3-19FBC9C5F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Vrijeme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učitavanja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stranica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(initial load) ne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prelazi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sekunde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Prosječno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vrijeme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odgovora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API-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≤ 500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tipične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upite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Podaci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korisnika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šifrirani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pohrani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enkripcija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baze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objektne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pohrane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Dostupnost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sustava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najmanje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99%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mjesečno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modularan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lako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proširiv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organiziran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po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slojevima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6F8393-6A22-376F-D39D-781D8B56EA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 ZAHTJEVA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6D71-B11C-A62D-C7A2-FD657FD8FE12}"/>
              </a:ext>
            </a:extLst>
          </p:cNvPr>
          <p:cNvSpPr txBox="1"/>
          <p:nvPr/>
        </p:nvSpPr>
        <p:spPr>
          <a:xfrm>
            <a:off x="474794" y="761421"/>
            <a:ext cx="70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NEFUNKCIONALNI ZAHTJEVI I DOMENE PRIMJENE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67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9F73-D67E-AB15-CD17-C981EBC8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F9159D-6E88-9B25-0606-B67DC04F5F8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DIJAGRAM OBRAZACA UPORABE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B5C3F9E4-B953-DC09-CF69-F00A99F54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355" y="1134894"/>
            <a:ext cx="8791945" cy="572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0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0767-71D4-0917-6C40-C5055BB8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4F29-52D4-4950-C2BF-8DC5E6B5C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0032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klijent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poslužitelj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arhitektur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podsustavi</a:t>
            </a:r>
          </a:p>
          <a:p>
            <a:pPr lvl="1"/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Frontent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- korisničko sučelje</a:t>
            </a:r>
          </a:p>
          <a:p>
            <a:pPr lvl="1"/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– MCV arhitektura</a:t>
            </a:r>
          </a:p>
          <a:p>
            <a:pPr lvl="1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Baza podataka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Visoka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kohezija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Slojevitost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horizontalno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skaliranje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Sigurnost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Operativna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jednostavnost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CB234-375D-B0EB-3744-4E4E8786C93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ARHITEKTURA SUSTAVA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30554C71-F9E0-51BE-5B1E-57252901C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87" y="1631949"/>
            <a:ext cx="6653213" cy="443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EBCD9-1E33-81F2-C35F-2D09041B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DDF0DF-413E-3787-750E-D448ED1B5C8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</a:rPr>
              <a:t>   </a:t>
            </a:r>
            <a:r>
              <a:rPr lang="hr-HR" b="1" dirty="0">
                <a:solidFill>
                  <a:srgbClr val="292927"/>
                </a:solidFill>
              </a:rPr>
              <a:t>ARHITEKTURA SUSTAVA</a:t>
            </a:r>
            <a:endParaRPr lang="en-GB" b="1" dirty="0">
              <a:solidFill>
                <a:srgbClr val="292927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B4824E2-B2B5-41E9-5FF1-C567283F0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648" y="1235528"/>
            <a:ext cx="10424703" cy="553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14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06139-1424-7B9A-2599-6DC2A59F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DF76A-C525-F476-E258-897E665BF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18064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ispitivanje:</a:t>
            </a:r>
          </a:p>
          <a:p>
            <a:pPr lvl="1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Testirana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poslovna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logika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aplikacije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Provjerena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ispravnost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rada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servisa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API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ruta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JUnit 5, Mockito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Spring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MockMvc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Frontend /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sustavsko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testiranje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Testirano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ponašanje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aplikacije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iz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perspektive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korisnika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Provjereno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normalne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slučajeve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rubne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situacije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greške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Selenium IDE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Selenium WebDriver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4DB368-3B6A-F44D-7820-57C2D071F15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ISPITIVANJE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92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4D94D5-3580-65B0-234F-4BE5B1F17B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KORIŠTENI ALATI I TEHNOLOGIJE</a:t>
            </a:r>
            <a:endParaRPr lang="en-GB" b="1" dirty="0">
              <a:solidFill>
                <a:srgbClr val="292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zervirano mjesto za sadržaj 2">
            <a:extLst>
              <a:ext uri="{FF2B5EF4-FFF2-40B4-BE49-F238E27FC236}">
                <a16:creationId xmlns:a16="http://schemas.microsoft.com/office/drawing/2014/main" id="{46E25192-E019-4BD5-BA56-B4AD321C8177}"/>
              </a:ext>
            </a:extLst>
          </p:cNvPr>
          <p:cNvSpPr txBox="1">
            <a:spLocks/>
          </p:cNvSpPr>
          <p:nvPr/>
        </p:nvSpPr>
        <p:spPr>
          <a:xfrm>
            <a:off x="4857743" y="1570354"/>
            <a:ext cx="2401392" cy="1615643"/>
          </a:xfrm>
          <a:prstGeom prst="rect">
            <a:avLst/>
          </a:prstGeom>
          <a:solidFill>
            <a:srgbClr val="292927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Studio Code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Desktop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hr-HR" sz="2000" dirty="0">
              <a:solidFill>
                <a:schemeClr val="bg1"/>
              </a:solidFill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sp>
        <p:nvSpPr>
          <p:cNvPr id="6" name="Rezervirano mjesto za sadržaj 2">
            <a:extLst>
              <a:ext uri="{FF2B5EF4-FFF2-40B4-BE49-F238E27FC236}">
                <a16:creationId xmlns:a16="http://schemas.microsoft.com/office/drawing/2014/main" id="{8FAF94E4-E74C-5DAB-4234-DA4C9D0E8EDE}"/>
              </a:ext>
            </a:extLst>
          </p:cNvPr>
          <p:cNvSpPr txBox="1">
            <a:spLocks/>
          </p:cNvSpPr>
          <p:nvPr/>
        </p:nvSpPr>
        <p:spPr>
          <a:xfrm>
            <a:off x="9369917" y="4876132"/>
            <a:ext cx="2401392" cy="1615643"/>
          </a:xfrm>
          <a:prstGeom prst="rect">
            <a:avLst/>
          </a:prstGeom>
          <a:solidFill>
            <a:srgbClr val="292927"/>
          </a:solidFill>
          <a:ln>
            <a:noFill/>
          </a:ln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JUnit 5</a:t>
            </a:r>
            <a:endParaRPr lang="hr-H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Mockito</a:t>
            </a:r>
            <a:endParaRPr lang="hr-H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Selenium IDE</a:t>
            </a:r>
            <a:endParaRPr lang="hr-H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Selenium WebDriver</a:t>
            </a:r>
            <a:endParaRPr lang="hr-HR" sz="2000" dirty="0">
              <a:solidFill>
                <a:schemeClr val="bg1"/>
              </a:solidFill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sp>
        <p:nvSpPr>
          <p:cNvPr id="7" name="Rezervirano mjesto za sadržaj 2">
            <a:extLst>
              <a:ext uri="{FF2B5EF4-FFF2-40B4-BE49-F238E27FC236}">
                <a16:creationId xmlns:a16="http://schemas.microsoft.com/office/drawing/2014/main" id="{B618787E-1B40-7886-DB5E-C6D4F0BA1450}"/>
              </a:ext>
            </a:extLst>
          </p:cNvPr>
          <p:cNvSpPr txBox="1">
            <a:spLocks/>
          </p:cNvSpPr>
          <p:nvPr/>
        </p:nvSpPr>
        <p:spPr>
          <a:xfrm>
            <a:off x="138624" y="4892326"/>
            <a:ext cx="2401392" cy="1247968"/>
          </a:xfrm>
          <a:prstGeom prst="rect">
            <a:avLst/>
          </a:prstGeom>
          <a:solidFill>
            <a:srgbClr val="292927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Router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zervirano mjesto za sadržaj 2">
            <a:extLst>
              <a:ext uri="{FF2B5EF4-FFF2-40B4-BE49-F238E27FC236}">
                <a16:creationId xmlns:a16="http://schemas.microsoft.com/office/drawing/2014/main" id="{650798D4-C949-1125-362A-71E7886A6FCA}"/>
              </a:ext>
            </a:extLst>
          </p:cNvPr>
          <p:cNvSpPr txBox="1">
            <a:spLocks/>
          </p:cNvSpPr>
          <p:nvPr/>
        </p:nvSpPr>
        <p:spPr>
          <a:xfrm>
            <a:off x="8467725" y="1570352"/>
            <a:ext cx="2401392" cy="1615643"/>
          </a:xfrm>
          <a:prstGeom prst="rect">
            <a:avLst/>
          </a:prstGeom>
          <a:solidFill>
            <a:srgbClr val="292927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Actions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sp>
        <p:nvSpPr>
          <p:cNvPr id="9" name="Rezervirano mjesto za sadržaj 2">
            <a:extLst>
              <a:ext uri="{FF2B5EF4-FFF2-40B4-BE49-F238E27FC236}">
                <a16:creationId xmlns:a16="http://schemas.microsoft.com/office/drawing/2014/main" id="{0A8129BC-EDEA-21C4-F0AA-435DF673BADF}"/>
              </a:ext>
            </a:extLst>
          </p:cNvPr>
          <p:cNvSpPr txBox="1">
            <a:spLocks/>
          </p:cNvSpPr>
          <p:nvPr/>
        </p:nvSpPr>
        <p:spPr>
          <a:xfrm>
            <a:off x="3233921" y="4871748"/>
            <a:ext cx="2526013" cy="1751137"/>
          </a:xfrm>
          <a:prstGeom prst="rect">
            <a:avLst/>
          </a:prstGeom>
          <a:solidFill>
            <a:srgbClr val="292927"/>
          </a:solidFill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 Boot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 Security</a:t>
            </a:r>
            <a:r>
              <a:rPr lang="hr-H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b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OAuth 2.0</a:t>
            </a: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hr-H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Stripe API</a:t>
            </a:r>
            <a:endParaRPr lang="hr-H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zervirano mjesto za sadržaj 2">
            <a:extLst>
              <a:ext uri="{FF2B5EF4-FFF2-40B4-BE49-F238E27FC236}">
                <a16:creationId xmlns:a16="http://schemas.microsoft.com/office/drawing/2014/main" id="{83ECAF9F-4B79-8489-FEB7-353E6E6369CC}"/>
              </a:ext>
            </a:extLst>
          </p:cNvPr>
          <p:cNvSpPr txBox="1">
            <a:spLocks/>
          </p:cNvSpPr>
          <p:nvPr/>
        </p:nvSpPr>
        <p:spPr>
          <a:xfrm>
            <a:off x="6405818" y="4887565"/>
            <a:ext cx="2401392" cy="372524"/>
          </a:xfrm>
          <a:prstGeom prst="rect">
            <a:avLst/>
          </a:prstGeom>
          <a:solidFill>
            <a:srgbClr val="292927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hr-HR" sz="2000" dirty="0">
              <a:solidFill>
                <a:schemeClr val="bg1"/>
              </a:solidFill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954D51B-D33A-6DD5-75B9-7C49C795842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2845716" y="1679602"/>
            <a:ext cx="1706329" cy="4719119"/>
          </a:xfrm>
          <a:prstGeom prst="bentConnector3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D8C2D05-0527-4650-EEC4-826ECEE82DF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4434809" y="3248117"/>
            <a:ext cx="1685751" cy="1561511"/>
          </a:xfrm>
          <a:prstGeom prst="bentConnector3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993A514-6EEC-F348-B2BA-9943A2ABFDF3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5981692" y="3262743"/>
            <a:ext cx="1701568" cy="1548075"/>
          </a:xfrm>
          <a:prstGeom prst="bentConnector3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4C8C7E0-675E-A9D8-AACD-B0EE7CFBD8D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7469459" y="1774977"/>
            <a:ext cx="1690135" cy="4512174"/>
          </a:xfrm>
          <a:prstGeom prst="bentConnector3">
            <a:avLst/>
          </a:prstGeom>
          <a:ln>
            <a:solidFill>
              <a:srgbClr val="00FF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09FF055-E53D-7A20-12EB-6E38AA474964}"/>
              </a:ext>
            </a:extLst>
          </p:cNvPr>
          <p:cNvCxnSpPr>
            <a:cxnSpLocks/>
          </p:cNvCxnSpPr>
          <p:nvPr/>
        </p:nvCxnSpPr>
        <p:spPr>
          <a:xfrm>
            <a:off x="2540016" y="5331927"/>
            <a:ext cx="693906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6C1C122-C039-5E22-179A-6C22D9ABED36}"/>
              </a:ext>
            </a:extLst>
          </p:cNvPr>
          <p:cNvSpPr txBox="1"/>
          <p:nvPr/>
        </p:nvSpPr>
        <p:spPr>
          <a:xfrm>
            <a:off x="2518524" y="4782025"/>
            <a:ext cx="765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 err="1">
                <a:latin typeface="Arial" panose="020B0604020202020204" pitchFamily="34" charset="0"/>
                <a:cs typeface="Arial" panose="020B0604020202020204" pitchFamily="34" charset="0"/>
              </a:rPr>
              <a:t>Fetch</a:t>
            </a: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 API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CF0409-7563-C7D0-A0F2-FE7F95278ADD}"/>
              </a:ext>
            </a:extLst>
          </p:cNvPr>
          <p:cNvCxnSpPr>
            <a:cxnSpLocks/>
          </p:cNvCxnSpPr>
          <p:nvPr/>
        </p:nvCxnSpPr>
        <p:spPr>
          <a:xfrm>
            <a:off x="5711912" y="5141011"/>
            <a:ext cx="693906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C11F0A0-5AF4-9398-6483-CB50612DDDE9}"/>
              </a:ext>
            </a:extLst>
          </p:cNvPr>
          <p:cNvSpPr txBox="1"/>
          <p:nvPr/>
        </p:nvSpPr>
        <p:spPr>
          <a:xfrm>
            <a:off x="5675744" y="4796579"/>
            <a:ext cx="765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JDBC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A26E8-9B2D-A910-48C9-A222C1E2A7D9}"/>
              </a:ext>
            </a:extLst>
          </p:cNvPr>
          <p:cNvSpPr txBox="1"/>
          <p:nvPr/>
        </p:nvSpPr>
        <p:spPr>
          <a:xfrm rot="16200000">
            <a:off x="558524" y="4308488"/>
            <a:ext cx="1293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EDBC4C-3C96-3773-45CE-D00FB2364628}"/>
              </a:ext>
            </a:extLst>
          </p:cNvPr>
          <p:cNvSpPr txBox="1"/>
          <p:nvPr/>
        </p:nvSpPr>
        <p:spPr>
          <a:xfrm rot="16200000">
            <a:off x="3682043" y="4288734"/>
            <a:ext cx="1293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9DA4AB-3597-C642-0D21-67202DCD80DE}"/>
              </a:ext>
            </a:extLst>
          </p:cNvPr>
          <p:cNvSpPr txBox="1"/>
          <p:nvPr/>
        </p:nvSpPr>
        <p:spPr>
          <a:xfrm rot="16200000">
            <a:off x="6839079" y="4443246"/>
            <a:ext cx="1293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b="1" dirty="0">
                <a:latin typeface="Arial" panose="020B0604020202020204" pitchFamily="34" charset="0"/>
                <a:cs typeface="Arial" panose="020B0604020202020204" pitchFamily="34" charset="0"/>
              </a:rPr>
              <a:t>Baza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286124-24FD-0497-AD1C-AEE9FA27852C}"/>
              </a:ext>
            </a:extLst>
          </p:cNvPr>
          <p:cNvSpPr txBox="1"/>
          <p:nvPr/>
        </p:nvSpPr>
        <p:spPr>
          <a:xfrm rot="16200000">
            <a:off x="9823081" y="4266330"/>
            <a:ext cx="1293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200" b="1" dirty="0">
                <a:latin typeface="Arial" panose="020B0604020202020204" pitchFamily="34" charset="0"/>
                <a:cs typeface="Arial" panose="020B0604020202020204" pitchFamily="34" charset="0"/>
              </a:rPr>
              <a:t>Ispitivanje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Cloud 65">
            <a:extLst>
              <a:ext uri="{FF2B5EF4-FFF2-40B4-BE49-F238E27FC236}">
                <a16:creationId xmlns:a16="http://schemas.microsoft.com/office/drawing/2014/main" id="{96E02154-DE57-AF81-DF0B-9CFBB8D7D34F}"/>
              </a:ext>
            </a:extLst>
          </p:cNvPr>
          <p:cNvSpPr/>
          <p:nvPr/>
        </p:nvSpPr>
        <p:spPr>
          <a:xfrm>
            <a:off x="1378635" y="1502604"/>
            <a:ext cx="2401392" cy="1751138"/>
          </a:xfrm>
          <a:prstGeom prst="cloud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36A45E-EB45-24BB-8574-BB201C1F7173}"/>
              </a:ext>
            </a:extLst>
          </p:cNvPr>
          <p:cNvSpPr txBox="1"/>
          <p:nvPr/>
        </p:nvSpPr>
        <p:spPr>
          <a:xfrm>
            <a:off x="2002489" y="1885575"/>
            <a:ext cx="1228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Amazon Web </a:t>
            </a:r>
            <a:r>
              <a:rPr lang="hr-H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D04B6A7-3298-57F6-7B48-1E4F9253D721}"/>
              </a:ext>
            </a:extLst>
          </p:cNvPr>
          <p:cNvCxnSpPr>
            <a:cxnSpLocks/>
            <a:stCxn id="5" idx="1"/>
            <a:endCxn id="66" idx="0"/>
          </p:cNvCxnSpPr>
          <p:nvPr/>
        </p:nvCxnSpPr>
        <p:spPr>
          <a:xfrm flipH="1" flipV="1">
            <a:off x="3778026" y="2378173"/>
            <a:ext cx="1079717" cy="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DE793A5-C092-6A96-FF27-CD1C583EAEE0}"/>
              </a:ext>
            </a:extLst>
          </p:cNvPr>
          <p:cNvSpPr txBox="1"/>
          <p:nvPr/>
        </p:nvSpPr>
        <p:spPr>
          <a:xfrm>
            <a:off x="3952583" y="2002037"/>
            <a:ext cx="833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 err="1">
                <a:latin typeface="Arial" panose="020B0604020202020204" pitchFamily="34" charset="0"/>
                <a:cs typeface="Arial" panose="020B0604020202020204" pitchFamily="34" charset="0"/>
              </a:rPr>
              <a:t>Deploy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A829D0D-A7AD-45E6-A732-6B0C80590B0F}"/>
              </a:ext>
            </a:extLst>
          </p:cNvPr>
          <p:cNvCxnSpPr>
            <a:cxnSpLocks/>
          </p:cNvCxnSpPr>
          <p:nvPr/>
        </p:nvCxnSpPr>
        <p:spPr>
          <a:xfrm>
            <a:off x="7259561" y="2340591"/>
            <a:ext cx="1208164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3837D30-1015-EF52-2AC0-3CEC9B0DAFE5}"/>
              </a:ext>
            </a:extLst>
          </p:cNvPr>
          <p:cNvSpPr txBox="1"/>
          <p:nvPr/>
        </p:nvSpPr>
        <p:spPr>
          <a:xfrm>
            <a:off x="7251667" y="1769258"/>
            <a:ext cx="1208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Alati za razmještaj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233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EC634-3825-2B75-8257-929F58F8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5136-9070-0E70-5F72-142B06495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53" y="2686071"/>
            <a:ext cx="5227320" cy="4351338"/>
          </a:xfrm>
        </p:spPr>
        <p:txBody>
          <a:bodyPr/>
          <a:lstStyle/>
          <a:p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Discord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Kanali za pojedine timove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Kanali za komunikaciju između timova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Izvještaj voditelja o napravljenom i sljedećim koracima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778849-2C68-66E9-5607-C7704157EA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</a:rPr>
              <a:t>   </a:t>
            </a:r>
            <a:r>
              <a:rPr lang="hr-HR" b="1" dirty="0">
                <a:solidFill>
                  <a:srgbClr val="292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ORGANIZACIJA</a:t>
            </a:r>
            <a:r>
              <a:rPr lang="hr-HR" b="1" dirty="0">
                <a:solidFill>
                  <a:srgbClr val="292927"/>
                </a:solidFill>
              </a:rPr>
              <a:t> RADA</a:t>
            </a:r>
            <a:endParaRPr lang="en-GB" b="1" dirty="0">
              <a:solidFill>
                <a:srgbClr val="292927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9534A8-E1DB-44C6-0AA3-2DBB6109D8D9}"/>
              </a:ext>
            </a:extLst>
          </p:cNvPr>
          <p:cNvSpPr txBox="1">
            <a:spLocks/>
          </p:cNvSpPr>
          <p:nvPr/>
        </p:nvSpPr>
        <p:spPr>
          <a:xfrm>
            <a:off x="6405429" y="2686071"/>
            <a:ext cx="52273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Zašto:</a:t>
            </a:r>
          </a:p>
          <a:p>
            <a:pPr lvl="1"/>
            <a:r>
              <a:rPr lang="hr-HR" dirty="0">
                <a:latin typeface="Arial" panose="020B0604020202020204" pitchFamily="34" charset="0"/>
                <a:ea typeface="Tahoma"/>
                <a:cs typeface="Arial" panose="020B0604020202020204" pitchFamily="34" charset="0"/>
              </a:rPr>
              <a:t>Zahtjevi poznati prije oblikovanja</a:t>
            </a:r>
          </a:p>
          <a:p>
            <a:pPr lvl="1"/>
            <a:r>
              <a:rPr lang="hr-HR" dirty="0">
                <a:latin typeface="Arial" panose="020B0604020202020204" pitchFamily="34" charset="0"/>
                <a:ea typeface="Tahoma"/>
                <a:cs typeface="Arial" panose="020B0604020202020204" pitchFamily="34" charset="0"/>
              </a:rPr>
              <a:t>Zahtjevi se rijetko mijenjaju</a:t>
            </a:r>
          </a:p>
          <a:p>
            <a:r>
              <a:rPr lang="hr-HR" dirty="0">
                <a:latin typeface="Arial" panose="020B0604020202020204" pitchFamily="34" charset="0"/>
                <a:ea typeface="Tahoma"/>
                <a:cs typeface="Arial" panose="020B0604020202020204" pitchFamily="34" charset="0"/>
              </a:rPr>
              <a:t>Tijek: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Analiza zahtjeva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Oblikovanje sustava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Implementacija i ispitivanje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Integracija i ispitivanje sustava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Rad sustava i održavanje</a:t>
            </a:r>
            <a:endParaRPr lang="hr-HR" dirty="0"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  <a:p>
            <a:pPr lvl="1"/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5BC1D5-8582-A6C6-4D8D-B34CFBC1FBDA}"/>
              </a:ext>
            </a:extLst>
          </p:cNvPr>
          <p:cNvCxnSpPr>
            <a:cxnSpLocks/>
          </p:cNvCxnSpPr>
          <p:nvPr/>
        </p:nvCxnSpPr>
        <p:spPr>
          <a:xfrm>
            <a:off x="6096000" y="1292799"/>
            <a:ext cx="0" cy="5420518"/>
          </a:xfrm>
          <a:prstGeom prst="line">
            <a:avLst/>
          </a:prstGeom>
          <a:ln>
            <a:solidFill>
              <a:srgbClr val="2929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19CAC69-484E-9FED-5418-15F43D80B9D5}"/>
              </a:ext>
            </a:extLst>
          </p:cNvPr>
          <p:cNvSpPr txBox="1">
            <a:spLocks/>
          </p:cNvSpPr>
          <p:nvPr/>
        </p:nvSpPr>
        <p:spPr>
          <a:xfrm>
            <a:off x="7355519" y="715229"/>
            <a:ext cx="3302644" cy="2294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r-HR" sz="3600" b="1" dirty="0">
                <a:solidFill>
                  <a:srgbClr val="00FF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VODOPADNI MODEL</a:t>
            </a:r>
            <a:endParaRPr lang="en-GB" sz="3600" b="1" dirty="0">
              <a:solidFill>
                <a:srgbClr val="00FF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58D255-3542-F4D5-DA72-0804BC5EF57E}"/>
              </a:ext>
            </a:extLst>
          </p:cNvPr>
          <p:cNvSpPr txBox="1">
            <a:spLocks/>
          </p:cNvSpPr>
          <p:nvPr/>
        </p:nvSpPr>
        <p:spPr>
          <a:xfrm>
            <a:off x="868683" y="747552"/>
            <a:ext cx="4562160" cy="2294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r-HR" sz="3600" b="1" dirty="0">
                <a:solidFill>
                  <a:srgbClr val="00FF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ORGANIZACIJA KOMUNIKACIJE</a:t>
            </a:r>
            <a:endParaRPr lang="en-GB" sz="3600" b="1" dirty="0">
              <a:solidFill>
                <a:srgbClr val="00FF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357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D375-C019-B1E2-95C8-66E502B4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7BFC5C-FD43-0A80-2376-DDDF99183D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</a:rPr>
              <a:t>   </a:t>
            </a:r>
            <a:r>
              <a:rPr lang="hr-HR" b="1" dirty="0">
                <a:solidFill>
                  <a:srgbClr val="292927"/>
                </a:solidFill>
              </a:rPr>
              <a:t>ORGANIZACIJA RADA</a:t>
            </a:r>
            <a:endParaRPr lang="en-GB" b="1" dirty="0">
              <a:solidFill>
                <a:srgbClr val="292927"/>
              </a:solidFill>
            </a:endParaRP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B9EE6B4F-7516-BFD7-47BC-1333E75FF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425778"/>
              </p:ext>
            </p:extLst>
          </p:nvPr>
        </p:nvGraphicFramePr>
        <p:xfrm>
          <a:off x="1260158" y="1255014"/>
          <a:ext cx="9001125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496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02EC4-302B-3D59-4ECD-190C8D4B8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Bolja raspodjela zadataka u startu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Bolja komunikacija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Više sastanaka uživo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Rad na vrijeme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Preuzimanje tuđih poslova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116E7A-C8DC-539B-516E-4EAE28D491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30753"/>
          </a:xfrm>
          <a:prstGeom prst="rect">
            <a:avLst/>
          </a:prstGeom>
          <a:solidFill>
            <a:srgbClr val="00FF55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b="1" dirty="0">
                <a:solidFill>
                  <a:schemeClr val="bg1">
                    <a:lumMod val="95000"/>
                  </a:schemeClr>
                </a:solidFill>
              </a:rPr>
              <a:t>   </a:t>
            </a:r>
            <a:r>
              <a:rPr lang="hr-HR" b="1" dirty="0">
                <a:solidFill>
                  <a:srgbClr val="292927"/>
                </a:solidFill>
              </a:rPr>
              <a:t>ISKUSTVA</a:t>
            </a:r>
            <a:endParaRPr lang="en-GB" b="1" dirty="0">
              <a:solidFill>
                <a:srgbClr val="2929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5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496</Words>
  <Application>Microsoft Office PowerPoint</Application>
  <PresentationFormat>Widescreen</PresentationFormat>
  <Paragraphs>130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GEAR SHARE</vt:lpstr>
      <vt:lpstr>   SADRŽAJ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 Kovač</dc:creator>
  <cp:lastModifiedBy>Leonard Kovač</cp:lastModifiedBy>
  <cp:revision>8</cp:revision>
  <dcterms:created xsi:type="dcterms:W3CDTF">2026-01-23T07:03:17Z</dcterms:created>
  <dcterms:modified xsi:type="dcterms:W3CDTF">2026-01-23T18:09:46Z</dcterms:modified>
</cp:coreProperties>
</file>